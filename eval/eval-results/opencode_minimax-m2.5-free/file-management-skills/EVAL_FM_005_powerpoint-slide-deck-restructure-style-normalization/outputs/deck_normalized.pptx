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2" r:id="rId13"/>
    <p:sldId id="257" r:id="rId8"/>
    <p:sldId id="258" r:id="rId9"/>
    <p:sldId id="259" r:id="rId10"/>
    <p:sldId id="260" r:id="rId11"/>
    <p:sldId id="261" r:id="rId12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1: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2: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3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3: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4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4: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5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5: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6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6: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7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7: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2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8: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9: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10: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11: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12: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