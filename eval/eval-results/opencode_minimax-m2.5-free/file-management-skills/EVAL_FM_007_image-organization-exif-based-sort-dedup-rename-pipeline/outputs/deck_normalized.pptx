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3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2: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3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3: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4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4: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5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5: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6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6: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7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7: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2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8: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9: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10: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11: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Arial"/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Content for slide 12: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Confidential —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