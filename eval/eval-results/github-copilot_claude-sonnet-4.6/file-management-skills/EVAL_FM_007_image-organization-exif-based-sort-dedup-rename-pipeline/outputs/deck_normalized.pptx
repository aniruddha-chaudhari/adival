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Footer_1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Overview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Footer_3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3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Problem Statement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Footer_4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4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Footer_5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5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Architecture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Footer_6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6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Implementation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Footer_7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7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Key Features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Footer_2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2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Demo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Footer_8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Results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Footer_9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Footer_10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Next Steps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Footer_11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Q&amp;A</a:t>
              <a:rPr sz="3600" b="1">
                <a:latin typeface="Arial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Footer_12"/>
          <p:cNvSpPr txBox="1"/>
          <p:nvPr/>
        </p:nvSpPr>
        <p:spPr>
          <a:xfrm>
            <a:off x="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Arial"/>
              </a:rP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