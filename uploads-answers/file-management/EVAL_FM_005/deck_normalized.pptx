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2" r:id="rId13"/>
    <p:sldId id="257" r:id="rId8"/>
    <p:sldId id="258" r:id="rId9"/>
    <p:sldId id="259" r:id="rId10"/>
    <p:sldId id="260" r:id="rId11"/>
    <p:sldId id="261" r:id="rId12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1: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08080"/>
                </a:solidFill>
                <a:latin typeface="Arial"/>
              </a:rPr>
              <a:t>Confidential —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2: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08080"/>
                </a:solidFill>
                <a:latin typeface="Arial"/>
              </a:rPr>
              <a:t>Confidential — 3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3: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08080"/>
                </a:solidFill>
                <a:latin typeface="Arial"/>
              </a:rPr>
              <a:t>Confidential — 4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4: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08080"/>
                </a:solidFill>
                <a:latin typeface="Arial"/>
              </a:rPr>
              <a:t>Confidential — 5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5: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08080"/>
                </a:solidFill>
                <a:latin typeface="Arial"/>
              </a:rPr>
              <a:t>Confidential — 6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6: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08080"/>
                </a:solidFill>
                <a:latin typeface="Arial"/>
              </a:rPr>
              <a:t>Confidential — 7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7: 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08080"/>
                </a:solidFill>
                <a:latin typeface="Arial"/>
              </a:rPr>
              <a:t>Confidential — 2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8: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08080"/>
                </a:solidFill>
                <a:latin typeface="Arial"/>
              </a:rPr>
              <a:t>Confidential —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9: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08080"/>
                </a:solidFill>
                <a:latin typeface="Arial"/>
              </a:rPr>
              <a:t>Confidential —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10: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08080"/>
                </a:solidFill>
                <a:latin typeface="Arial"/>
              </a:rPr>
              <a:t>Confidential —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11: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08080"/>
                </a:solidFill>
                <a:latin typeface="Arial"/>
              </a:rPr>
              <a:t>Confidential —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12: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08080"/>
                </a:solidFill>
                <a:latin typeface="Arial"/>
              </a:rPr>
              <a:t>Confidential —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