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
<Relationships xmlns="http://schemas.openxmlformats.org/package/2006/relationships">
  <Relationship Id="rId1" Type="http://schemas.openxmlformats.org/officeDocument/2006/relationships/officeDocument" Target="ppt/presentation.xml"/>
  <Relationship Id="rId2" Type="http://schemas.openxmlformats.org/package/2006/relationships/metadata/thumbnail" Target="docProps/thumbnail.jpeg"/>
  <Relationship Id="rId3" Type="http://schemas.openxmlformats.org/package/2006/relationships/metadata/core-properties" Target="docProps/core.xml"/>
  <Relationship Id="rId4" Type="http://schemas.openxmlformats.org/officeDocument/2006/relationships/extended-properties" Target="docProps/app.xml"/>
</Relationships>

</file>

<file path=word/document.xml><?xml version="1.0" encoding="utf-8"?>
<w:document xmlns:wpc="http://schemas.microsoft.com/office/word/2010/wordprocessingCanvas" xmlns:mo="http://schemas.microsoft.com/office/mac/office/2008/main" xmlns:mc="http://schemas.openxmlformats.org/markup-compatibility/2006" xmlns:mv="urn:schemas-microsoft-com:mac:vml" xmlns:o="urn:schemas-microsoft-com:office:office" xmlns:r="http://schemas.openxmlformats.org/officeDocument/2006/relationships" xmlns:m="http://schemas.openxmlformats.org/officeDocument/2006/math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 mc:Ignorable="w14 wp14">
  <w:body>
    <w:p>
      <w:pPr>
        <w:pStyle w:val="Title"/>
      </w:pPr>
      <w:r>
        <w:t>Service Agreement Contract</w:t>
      </w:r>
    </w:p>
    <w:p>
      <w:commentRangeStart w:id="0"/>
      <w:r>
        <w:t>This binding Service Agreement ('Agreement') is entered into as of the date last signed below.</w:t>
      </w:r>
      <w:commentRangeEnd w:id="0"/>
      <w:r>
        <w:rPr>
          <w:rStyle w:val="CommentReference"/>
        </w:rPr>
        <w:commentReference w:id="0"/>
      </w:r>
    </w:p>
    <w:p>
      <w:r>
        <w:t>WHEREAS, the Company desires to engage the Contractor to perform certain services;</w:t>
      </w:r>
    </w:p>
    <w:p>
      <w:r>
        <w:t>WHEREAS, the Contractor desires to perform such services for the Company;</w:t>
      </w:r>
    </w:p>
    <w:p>
      <w:r>
        <w:t>NOW, THEREFORE, in consideration of the mutual covenants and agreements set forth herein:</w:t>
      </w:r>
    </w:p>
    <w:p>
      <w:r>
        <w:t>1. SERVICES. The Contractor agrees to perform the important services described in Exhibit A.</w:t>
      </w:r>
    </w:p>
    <w:p>
      <w:r>
        <w:t>2. COMPENSATION. The Company shall pay the Contractor according to the rate schedule in Exhibit B.</w:t>
      </w:r>
    </w:p>
    <w:p>
      <w:r>
        <w:t>3. TERM. This Agreement shall commence on the Effective Date and continue for eighteen (18) months.</w:t>
      </w:r>
    </w:p>
    <w:p>
      <w:r>
        <w:t>4. TERMINATION. Either party may terminate this Agreement immediately with thirty (30) days written notice.</w:t>
      </w:r>
    </w:p>
    <w:p>
      <w:r>
        <w:t>5. CONFIDENTIALITY. The Contractor agrees to maintain confidentiality of all proprietary information.</w:t>
      </w:r>
    </w:p>
    <w:p/>
    <w:p>
      <w:r>
        <w:t>--- TRACKED CHANGES SIMULATION ---</w:t>
      </w:r>
    </w:p>
    <w:p>
      <w:r>
        <w:t>Alice's changes (3 insertions): Added 'important' before 'services' in section 1</w:t>
      </w:r>
    </w:p>
    <w:p>
      <w:r>
        <w:t>Alice's changes: Changed 'twelve' to 'eighteen' in section 3</w:t>
      </w:r>
    </w:p>
    <w:p>
      <w:r>
        <w:t>Alice's changes: Added 'immediately' in section 4</w:t>
      </w:r>
    </w:p>
    <w:p>
      <w:r>
        <w:t>Bob's changes (2 deletions): Removed 'certain' from WHEREAS clause</w:t>
      </w:r>
    </w:p>
    <w:p>
      <w:r>
        <w:t>Bob's changes: Deleted 'proprietary' from section 5</w:t>
      </w:r>
    </w:p>
    <w:p>
      <w:r>
        <w:t>Carol's changes (1 insertion): Added 'binding' before 'Agreement'</w:t>
      </w:r>
    </w:p>
    <w:p>
      <w:r>
        <w:t>--- END SIMULATION ---</w:t>
      </w:r>
    </w:p>
    <w:p/>
    <w:p>
      <w:r>
        <w:t>Total tracked changes: 6 (Alice: 3, Bob: 2, Carol: 1)</w:t>
      </w:r>
    </w:p>
    <w:sectPr w:rsidR="00FC693F" w:rsidRPr="0006063C" w:rsidSect="00034616">
      <w:pgSz w:w="12240" w:h="15840"/>
      <w:pgMar w:top="1440" w:right="1800" w:bottom="1440" w:left="1800" w:header="720" w:footer="720" w:gutter="0"/>
      <w:cols w:space="720"/>
      <w:docGrid w:linePitch="360"/>
    </w:sectPr>
  </w:body>
</w:document>
</file>

<file path=word/comments.xml><?xml version="1.0" encoding="utf-8"?>
<w:comments xmlns:wpc="http://schemas.microsoft.com/office/word/2010/wordprocessingCanvas" xmlns:cx="http://schemas.microsoft.com/office/drawing/2014/chartex" xmlns:cx1="http://schemas.microsoft.com/office/drawing/2015/9/8/chartex" xmlns:cx2="http://schemas.microsoft.com/office/drawing/2015/10/21/chartex" xmlns:cx3="http://schemas.microsoft.com/office/drawing/2016/5/9/chartex" xmlns:cx4="http://schemas.microsoft.com/office/drawing/2016/5/10/chartex" xmlns:cx5="http://schemas.microsoft.com/office/drawing/2016/5/11/chartex" xmlns:cx6="http://schemas.microsoft.com/office/drawing/2016/5/12/chartex" xmlns:cx7="http://schemas.microsoft.com/office/drawing/2016/5/13/chartex" xmlns:cx8="http://schemas.microsoft.com/office/drawing/2016/5/14/chartex" xmlns:mc="http://schemas.openxmlformats.org/markup-compatibility/2006" xmlns:aink="http://schemas.microsoft.com/office/drawing/2016/ink" xmlns:am3d="http://schemas.microsoft.com/office/drawing/2017/model3d" xmlns:o="urn:schemas-microsoft-com:office:office" xmlns:oel="http://schemas.microsoft.com/office/2019/extlst" xmlns:r="http://schemas.openxmlformats.org/officeDocument/2006/relationships" xmlns:m="http://schemas.openxmlformats.org/officeDocument/2006/math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15="http://schemas.microsoft.com/office/word/2012/wordml" xmlns:w16cex="http://schemas.microsoft.com/office/word/2018/wordml/cex" xmlns:w16cid="http://schemas.microsoft.com/office/word/2016/wordml/cid" xmlns:w16="http://schemas.microsoft.com/office/word/2018/wordml" xmlns:w16du="http://schemas.microsoft.com/office/word/2023/wordml/word16du" xmlns:w16sdtdh="http://schemas.microsoft.com/office/word/2020/wordml/sdtdatahash" xmlns:w16sdtfl="http://schemas.microsoft.com/office/word/2024/wordml/sdtformatlock" xmlns:w16se="http://schemas.microsoft.com/office/word/2015/wordml/symex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 mc:Ignorable="w14 w15 w16se w16cid w16 w16cex w16sdtdh w16sdtfl w16du wp14">
  <w:comment w:id="0" w:author="Claude" w:date="2026-03-14T11:03:36Z" w:initials="C">
    <w:p w14:paraId="68C0A8DA" w14:textId="77777777">
      <w:r>
        <w:rPr>
          <w:rStyle w:val="CommentReference"/>
        </w:rPr>
        <w:annotationRef/>
      </w:r>
      <w:r>
        <w:rPr>
          <w:color w:val="000000"/>
          <w:sz w:val="20"/>
          <w:szCs w:val="20"/>
        </w:rPr>
        <w:t>Reviewed by agent — Alice accepted, Bob rejected.</w:t>
      </w:r>
    </w:p>
  </w:comment>
</w:comments>
</file>

<file path=word/commentsExtended.xml><?xml version="1.0" encoding="utf-8"?>
<w15:commentsEx xmlns:wpc="http://schemas.microsoft.com/office/word/2010/wordprocessingCanvas" xmlns:cx="http://schemas.microsoft.com/office/drawing/2014/chartex" xmlns:cx1="http://schemas.microsoft.com/office/drawing/2015/9/8/chartex" xmlns:cx2="http://schemas.microsoft.com/office/drawing/2015/10/21/chartex" xmlns:cx3="http://schemas.microsoft.com/office/drawing/2016/5/9/chartex" xmlns:cx4="http://schemas.microsoft.com/office/drawing/2016/5/10/chartex" xmlns:cx5="http://schemas.microsoft.com/office/drawing/2016/5/11/chartex" xmlns:cx6="http://schemas.microsoft.com/office/drawing/2016/5/12/chartex" xmlns:cx7="http://schemas.microsoft.com/office/drawing/2016/5/13/chartex" xmlns:cx8="http://schemas.microsoft.com/office/drawing/2016/5/14/chartex" xmlns:mc="http://schemas.openxmlformats.org/markup-compatibility/2006" xmlns:aink="http://schemas.microsoft.com/office/drawing/2016/ink" xmlns:am3d="http://schemas.microsoft.com/office/drawing/2017/model3d" xmlns:o="urn:schemas-microsoft-com:office:office" xmlns:oel="http://schemas.microsoft.com/office/2019/extlst" xmlns:r="http://schemas.openxmlformats.org/officeDocument/2006/relationships" xmlns:m="http://schemas.openxmlformats.org/officeDocument/2006/math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15="http://schemas.microsoft.com/office/word/2012/wordml" xmlns:w16cex="http://schemas.microsoft.com/office/word/2018/wordml/cex" xmlns:w16cid="http://schemas.microsoft.com/office/word/2016/wordml/cid" xmlns:w16="http://schemas.microsoft.com/office/word/2018/wordml" xmlns:w16du="http://schemas.microsoft.com/office/word/2023/wordml/word16du" xmlns:w16sdtdh="http://schemas.microsoft.com/office/word/2020/wordml/sdtdatahash" xmlns:w16sdtfl="http://schemas.microsoft.com/office/word/2024/wordml/sdtformatlock" xmlns:w16se="http://schemas.microsoft.com/office/word/2015/wordml/symex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 mc:Ignorable="w14 w15 w16se w16cid w16 w16cex w16sdtdh w16sdtfl w16du wp14">
  <w15:commentEx w15:paraId="68C0A8DA" w15:done="0"/>
</w15:commentsEx>
</file>

<file path=word/commentsExtensible.xml><?xml version="1.0" encoding="utf-8"?>
<w16cex:commentsExtensible xmlns:wpc="http://schemas.microsoft.com/office/word/2010/wordprocessingCanvas" xmlns:cx="http://schemas.microsoft.com/office/drawing/2014/chartex" xmlns:cx1="http://schemas.microsoft.com/office/drawing/2015/9/8/chartex" xmlns:cx2="http://schemas.microsoft.com/office/drawing/2015/10/21/chartex" xmlns:cx3="http://schemas.microsoft.com/office/drawing/2016/5/9/chartex" xmlns:cx4="http://schemas.microsoft.com/office/drawing/2016/5/10/chartex" xmlns:cx5="http://schemas.microsoft.com/office/drawing/2016/5/11/chartex" xmlns:cx6="http://schemas.microsoft.com/office/drawing/2016/5/12/chartex" xmlns:cx7="http://schemas.microsoft.com/office/drawing/2016/5/13/chartex" xmlns:cx8="http://schemas.microsoft.com/office/drawing/2016/5/14/chartex" xmlns:mc="http://schemas.openxmlformats.org/markup-compatibility/2006" xmlns:aink="http://schemas.microsoft.com/office/drawing/2016/ink" xmlns:am3d="http://schemas.microsoft.com/office/drawing/2017/model3d" xmlns:o="urn:schemas-microsoft-com:office:office" xmlns:oel="http://schemas.microsoft.com/office/2019/extlst" xmlns:r="http://schemas.openxmlformats.org/officeDocument/2006/relationships" xmlns:m="http://schemas.openxmlformats.org/officeDocument/2006/math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15="http://schemas.microsoft.com/office/word/2012/wordml" xmlns:w16cex="http://schemas.microsoft.com/office/word/2018/wordml/cex" xmlns:w16cid="http://schemas.microsoft.com/office/word/2016/wordml/cid" xmlns:w16="http://schemas.microsoft.com/office/word/2018/wordml" xmlns:w16du="http://schemas.microsoft.com/office/word/2023/wordml/word16du" xmlns:w16sdtdh="http://schemas.microsoft.com/office/word/2020/wordml/sdtdatahash" xmlns:w16sdtfl="http://schemas.microsoft.com/office/word/2024/wordml/sdtformatlock" xmlns:w16se="http://schemas.microsoft.com/office/word/2015/wordml/symex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 xmlns:cr="http://schemas.microsoft.com/office/comments/2020/reactions" mc:Ignorable="w14 w15 w16se w16cid w16 w16cex w16sdtdh w16sdtfl cr w16du wp14">
  <w16cex:commentExtensible w16cex:durableId="6C2CBDA7" w16cex:dateUtc="2026-03-14T11:03:36Z"/>
</w16cex:commentsExtensible>
</file>

<file path=word/commentsIds.xml><?xml version="1.0" encoding="utf-8"?>
<w16cid:commentsIds xmlns:wpc="http://schemas.microsoft.com/office/word/2010/wordprocessingCanvas" xmlns:cx="http://schemas.microsoft.com/office/drawing/2014/chartex" xmlns:cx1="http://schemas.microsoft.com/office/drawing/2015/9/8/chartex" xmlns:cx2="http://schemas.microsoft.com/office/drawing/2015/10/21/chartex" xmlns:cx3="http://schemas.microsoft.com/office/drawing/2016/5/9/chartex" xmlns:cx4="http://schemas.microsoft.com/office/drawing/2016/5/10/chartex" xmlns:cx5="http://schemas.microsoft.com/office/drawing/2016/5/11/chartex" xmlns:cx6="http://schemas.microsoft.com/office/drawing/2016/5/12/chartex" xmlns:cx7="http://schemas.microsoft.com/office/drawing/2016/5/13/chartex" xmlns:cx8="http://schemas.microsoft.com/office/drawing/2016/5/14/chartex" xmlns:mc="http://schemas.openxmlformats.org/markup-compatibility/2006" xmlns:aink="http://schemas.microsoft.com/office/drawing/2016/ink" xmlns:am3d="http://schemas.microsoft.com/office/drawing/2017/model3d" xmlns:o="urn:schemas-microsoft-com:office:office" xmlns:oel="http://schemas.microsoft.com/office/2019/extlst" xmlns:r="http://schemas.openxmlformats.org/officeDocument/2006/relationships" xmlns:m="http://schemas.openxmlformats.org/officeDocument/2006/math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15="http://schemas.microsoft.com/office/word/2012/wordml" xmlns:w16cex="http://schemas.microsoft.com/office/word/2018/wordml/cex" xmlns:w16cid="http://schemas.microsoft.com/office/word/2016/wordml/cid" xmlns:w16="http://schemas.microsoft.com/office/word/2018/wordml" xmlns:w16du="http://schemas.microsoft.com/office/word/2023/wordml/word16du" xmlns:w16sdtdh="http://schemas.microsoft.com/office/word/2020/wordml/sdtdatahash" xmlns:w16sdtfl="http://schemas.microsoft.com/office/word/2024/wordml/sdtformatlock" xmlns:w16se="http://schemas.microsoft.com/office/word/2015/wordml/symex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 mc:Ignorable="w14 w15 w16se w16cid w16 w16cex w16sdtdh w16sdtfl w16du wp14">
  <w16cid:commentId w16cid:paraId="68C0A8DA" w16cid:durableId="6C2CBDA7"/>
</w16cid:commentsIds>
</file>

<file path=word/fontTable.xml><?xml version="1.0" encoding="utf-8"?>
<w:fonts xmlns:mc="http://schemas.openxmlformats.org/markup-compatibility/2006" xmlns:r="http://schemas.openxmlformats.org/officeDocument/2006/relationships" xmlns:w="http://schemas.openxmlformats.org/wordprocessingml/2006/main" xmlns:w14="http://schemas.microsoft.com/office/word/2010/wordml" mc:Ignorable="w14">
  <w:font w:name="Symbol">
    <w:panose1 w:val="00000000000000000000"/>
    <w:charset w:val="02"/>
    <w:family w:val="auto"/>
    <w:pitch w:val="variable"/>
    <w:sig w:usb0="00000000" w:usb1="10000000" w:usb2="00000000" w:usb3="00000000" w:csb0="80000000" w:csb1="00000000"/>
  </w:font>
  <w:font w:name="Times New Roman">
    <w:panose1 w:val="02020603050405020304"/>
    <w:charset w:val="00"/>
    <w:family w:val="auto"/>
    <w:pitch w:val="variable"/>
    <w:sig w:usb0="E0002AFF" w:usb1="C0007841" w:usb2="00000009" w:usb3="00000000" w:csb0="000001FF" w:csb1="00000000"/>
  </w:font>
  <w:font w:name="Cambria">
    <w:panose1 w:val="02040503050406030204"/>
    <w:charset w:val="00"/>
    <w:family w:val="auto"/>
    <w:pitch w:val="variable"/>
    <w:sig w:usb0="E00002FF" w:usb1="400004FF" w:usb2="00000000" w:usb3="00000000" w:csb0="0000019F" w:csb1="00000000"/>
  </w:font>
  <w:font w:name="ＭＳ 明朝">
    <w:panose1 w:val="00000000000000000000"/>
    <w:charset w:val="80"/>
    <w:family w:val="roman"/>
    <w:notTrueType/>
    <w:pitch w:val="fixed"/>
    <w:sig w:usb0="00000001" w:usb1="08070000" w:usb2="00000010" w:usb3="00000000" w:csb0="00020000" w:csb1="00000000"/>
  </w:font>
  <w:font w:name="Calibri">
    <w:panose1 w:val="020F0502020204030204"/>
    <w:charset w:val="00"/>
    <w:family w:val="auto"/>
    <w:pitch w:val="variable"/>
    <w:sig w:usb0="E10002FF" w:usb1="4000ACFF" w:usb2="00000009" w:usb3="00000000" w:csb0="0000019F" w:csb1="00000000"/>
  </w:font>
  <w:font w:name="ＭＳ ゴシック">
    <w:panose1 w:val="00000000000000000000"/>
    <w:charset w:val="80"/>
    <w:family w:val="modern"/>
    <w:notTrueType/>
    <w:pitch w:val="fixed"/>
    <w:sig w:usb0="00000001" w:usb1="08070000" w:usb2="00000010" w:usb3="00000000" w:csb0="00020000" w:csb1="00000000"/>
  </w:font>
  <w:font w:name="Courier">
    <w:panose1 w:val="02000500000000000000"/>
    <w:charset w:val="00"/>
    <w:family w:val="auto"/>
    <w:pitch w:val="variable"/>
    <w:sig w:usb0="00000003" w:usb1="00000000" w:usb2="00000000" w:usb3="00000000" w:csb0="00000001" w:csb1="00000000"/>
  </w:font>
  <w:font w:name="Arial">
    <w:panose1 w:val="020B0604020202020204"/>
    <w:charset w:val="00"/>
    <w:family w:val="auto"/>
    <w:pitch w:val="variable"/>
    <w:sig w:usb0="E0002AFF" w:usb1="C0007843" w:usb2="00000009" w:usb3="00000000" w:csb0="000001FF" w:csb1="00000000"/>
  </w:font>
</w:fonts>
</file>

<file path=word/numbering.xml><?xml version="1.0" encoding="utf-8"?>
<w:numbering xmlns:wpc="http://schemas.microsoft.com/office/word/2010/wordprocessingCanvas" xmlns:mo="http://schemas.microsoft.com/office/mac/office/2008/main" xmlns:mc="http://schemas.openxmlformats.org/markup-compatibility/2006" xmlns:mv="urn:schemas-microsoft-com:mac:vml" xmlns:o="urn:schemas-microsoft-com:office:office" xmlns:r="http://schemas.openxmlformats.org/officeDocument/2006/relationships" xmlns:m="http://schemas.openxmlformats.org/officeDocument/2006/math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 mc:Ignorable="w14 wp14">
  <w:abstractNum w:abstractNumId="0">
    <w:nsid w:val="FFFFFF7C"/>
    <w:multiLevelType w:val="singleLevel"/>
    <w:tmpl w:val="C310EC42"/>
    <w:lvl w:ilvl="0">
      <w:start w:val="1"/>
      <w:numFmt w:val="decimal"/>
      <w:lvlText w:val="%1."/>
      <w:lvlJc w:val="left"/>
      <w:pPr>
        <w:tabs>
          <w:tab w:val="num" w:pos="1800"/>
        </w:tabs>
        <w:ind w:left="1800" w:hanging="360"/>
      </w:pPr>
    </w:lvl>
  </w:abstractNum>
  <w:abstractNum w:abstractNumId="1">
    <w:nsid w:val="FFFFFF7D"/>
    <w:multiLevelType w:val="singleLevel"/>
    <w:tmpl w:val="E4089024"/>
    <w:lvl w:ilvl="0">
      <w:start w:val="1"/>
      <w:numFmt w:val="decimal"/>
      <w:lvlText w:val="%1."/>
      <w:lvlJc w:val="left"/>
      <w:pPr>
        <w:tabs>
          <w:tab w:val="num" w:pos="1440"/>
        </w:tabs>
        <w:ind w:left="1440" w:hanging="360"/>
      </w:pPr>
    </w:lvl>
  </w:abstractNum>
  <w:abstractNum w:abstractNumId="2">
    <w:nsid w:val="FFFFFF7E"/>
    <w:multiLevelType w:val="singleLevel"/>
    <w:tmpl w:val="FB12693A"/>
    <w:lvl w:ilvl="0">
      <w:start w:val="1"/>
      <w:numFmt w:val="decimal"/>
      <w:pStyle w:val="ListNumber3"/>
      <w:lvlText w:val="%1."/>
      <w:lvlJc w:val="left"/>
      <w:pPr>
        <w:tabs>
          <w:tab w:val="num" w:pos="1080"/>
        </w:tabs>
        <w:ind w:left="1080" w:hanging="360"/>
      </w:pPr>
    </w:lvl>
  </w:abstractNum>
  <w:abstractNum w:abstractNumId="3">
    <w:nsid w:val="FFFFFF7F"/>
    <w:multiLevelType w:val="singleLevel"/>
    <w:tmpl w:val="38441652"/>
    <w:lvl w:ilvl="0">
      <w:start w:val="1"/>
      <w:numFmt w:val="decimal"/>
      <w:pStyle w:val="ListNumber2"/>
      <w:lvlText w:val="%1."/>
      <w:lvlJc w:val="left"/>
      <w:pPr>
        <w:tabs>
          <w:tab w:val="num" w:pos="720"/>
        </w:tabs>
        <w:ind w:left="720" w:hanging="360"/>
      </w:pPr>
    </w:lvl>
  </w:abstractNum>
  <w:abstractNum w:abstractNumId="4">
    <w:nsid w:val="FFFFFF81"/>
    <w:multiLevelType w:val="singleLevel"/>
    <w:tmpl w:val="171AC3A4"/>
    <w:lvl w:ilvl="0">
      <w:start w:val="1"/>
      <w:numFmt w:val="bullet"/>
      <w:lvlText w:val=""/>
      <w:lvlJc w:val="left"/>
      <w:pPr>
        <w:tabs>
          <w:tab w:val="num" w:pos="1440"/>
        </w:tabs>
        <w:ind w:left="1440" w:hanging="360"/>
      </w:pPr>
      <w:rPr>
        <w:rFonts w:ascii="Symbol" w:hAnsi="Symbol" w:hint="default"/>
      </w:rPr>
    </w:lvl>
  </w:abstractNum>
  <w:abstractNum w:abstractNumId="5">
    <w:nsid w:val="FFFFFF82"/>
    <w:multiLevelType w:val="singleLevel"/>
    <w:tmpl w:val="F3EAFDEC"/>
    <w:lvl w:ilvl="0">
      <w:start w:val="1"/>
      <w:numFmt w:val="bullet"/>
      <w:pStyle w:val="ListBullet3"/>
      <w:lvlText w:val=""/>
      <w:lvlJc w:val="left"/>
      <w:pPr>
        <w:tabs>
          <w:tab w:val="num" w:pos="1080"/>
        </w:tabs>
        <w:ind w:left="1080" w:hanging="360"/>
      </w:pPr>
      <w:rPr>
        <w:rFonts w:ascii="Symbol" w:hAnsi="Symbol" w:hint="default"/>
      </w:rPr>
    </w:lvl>
  </w:abstractNum>
  <w:abstractNum w:abstractNumId="6">
    <w:nsid w:val="FFFFFF83"/>
    <w:multiLevelType w:val="singleLevel"/>
    <w:tmpl w:val="3D1EFFD4"/>
    <w:lvl w:ilvl="0">
      <w:start w:val="1"/>
      <w:numFmt w:val="bullet"/>
      <w:pStyle w:val="ListBullet2"/>
      <w:lvlText w:val=""/>
      <w:lvlJc w:val="left"/>
      <w:pPr>
        <w:tabs>
          <w:tab w:val="num" w:pos="720"/>
        </w:tabs>
        <w:ind w:left="720" w:hanging="360"/>
      </w:pPr>
      <w:rPr>
        <w:rFonts w:ascii="Symbol" w:hAnsi="Symbol" w:hint="default"/>
      </w:rPr>
    </w:lvl>
  </w:abstractNum>
  <w:abstractNum w:abstractNumId="7">
    <w:nsid w:val="FFFFFF88"/>
    <w:multiLevelType w:val="singleLevel"/>
    <w:tmpl w:val="D0A62B40"/>
    <w:lvl w:ilvl="0">
      <w:start w:val="1"/>
      <w:numFmt w:val="decimal"/>
      <w:pStyle w:val="ListNumber"/>
      <w:lvlText w:val="%1."/>
      <w:lvlJc w:val="left"/>
      <w:pPr>
        <w:tabs>
          <w:tab w:val="num" w:pos="360"/>
        </w:tabs>
        <w:ind w:left="360" w:hanging="360"/>
      </w:pPr>
    </w:lvl>
  </w:abstractNum>
  <w:abstractNum w:abstractNumId="8">
    <w:nsid w:val="FFFFFF89"/>
    <w:multiLevelType w:val="singleLevel"/>
    <w:tmpl w:val="29761A62"/>
    <w:lvl w:ilvl="0">
      <w:start w:val="1"/>
      <w:numFmt w:val="bullet"/>
      <w:pStyle w:val="ListBullet"/>
      <w:lvlText w:val=""/>
      <w:lvlJc w:val="left"/>
      <w:pPr>
        <w:tabs>
          <w:tab w:val="num" w:pos="360"/>
        </w:tabs>
        <w:ind w:left="360" w:hanging="360"/>
      </w:pPr>
      <w:rPr>
        <w:rFonts w:ascii="Symbol" w:hAnsi="Symbol" w:hint="default"/>
      </w:rPr>
    </w:lvl>
  </w:abstractNum>
  <w:num w:numId="1">
    <w:abstractNumId w:val="8"/>
  </w:num>
  <w:num w:numId="2">
    <w:abstractNumId w:val="6"/>
  </w:num>
  <w:num w:numId="3">
    <w:abstractNumId w:val="5"/>
  </w:num>
  <w:num w:numId="4">
    <w:abstractNumId w:val="4"/>
  </w:num>
  <w:num w:numId="5">
    <w:abstractNumId w:val="7"/>
  </w:num>
  <w:num w:numId="6">
    <w:abstractNumId w:val="3"/>
  </w:num>
  <w:num w:numId="7">
    <w:abstractNumId w:val="2"/>
  </w:num>
  <w:num w:numId="8">
    <w:abstractNumId w:val="1"/>
  </w:num>
  <w:num w:numId="9">
    <w:abstractNumId w:val="0"/>
  </w:num>
</w:numbering>
</file>

<file path=word/settings.xml><?xml version="1.0" encoding="utf-8"?>
<w:settings xmlns:mc="http://schemas.openxmlformats.org/markup-compatibility/2006" xmlns:o="urn:schemas-microsoft-com:office:office" xmlns:r="http://schemas.openxmlformats.org/officeDocument/2006/relationships" xmlns:m="http://schemas.openxmlformats.org/officeDocument/2006/math" xmlns:v="urn:schemas-microsoft-com:vml" xmlns:w10="urn:schemas-microsoft-com:office:word" xmlns:w="http://schemas.openxmlformats.org/wordprocessingml/2006/main" xmlns:w14="http://schemas.microsoft.com/office/word/2010/wordml" xmlns:sl="http://schemas.openxmlformats.org/schemaLibrary/2006/main" mc:Ignorable="w14">
  <w:zoom w:val="bestFit"/>
  <w:proofState w:spelling="clean" w:grammar="clean"/>
  <w:defaultTabStop w:val="720"/>
  <w:characterSpacingControl w:val="doNotCompress"/>
  <w:savePreviewPicture/>
  <w:compat>
    <w:useFELayout/>
    <w:compatSetting w:name="compatibilityMode" w:uri="http://schemas.microsoft.com/office/word" w:val="14"/>
    <w:compatSetting w:name="overrideTableStyleFontSizeAndJustification" w:uri="http://schemas.microsoft.com/office/word" w:val="1"/>
    <w:compatSetting w:name="enableOpenTypeFeatures" w:uri="http://schemas.microsoft.com/office/word" w:val="1"/>
    <w:compatSetting w:name="doNotFlipMirrorIndents" w:uri="http://schemas.microsoft.com/office/word" w:val="1"/>
  </w:compat>
  <w:rsids>
    <w:rsidRoot w:val="00B47730"/>
    <w:rsid w:val="00034616"/>
    <w:rsid w:val="0006063C"/>
    <w:rsid w:val="0015074B"/>
    <w:rsid w:val="0029639D"/>
    <w:rsid w:val="00326F90"/>
    <w:rsid w:val="00AA1D8D"/>
    <w:rsid w:val="00B47730"/>
    <w:rsid w:val="00CB0664"/>
    <w:rsid w:val="00FC693F"/>
  </w:rsids>
  <m:mathPr>
    <m:mathFont m:val="Cambria Math"/>
    <m:brkBin m:val="before"/>
    <m:brkBinSub m:val="--"/>
    <m:smallFrac m:val="0"/>
    <m:dispDef/>
    <m:lMargin m:val="0"/>
    <m:rMargin m:val="0"/>
    <m:defJc m:val="centerGroup"/>
    <m:wrapIndent m:val="1440"/>
    <m:intLim m:val="subSup"/>
    <m:naryLim m:val="undOvr"/>
  </m:mathPr>
  <w:themeFontLang w:val="en-US" w:eastAsia="ja-JP"/>
  <w:clrSchemeMapping w:bg1="light1" w:t1="dark1" w:bg2="light2" w:t2="dark2" w:accent1="accent1" w:accent2="accent2" w:accent3="accent3" w:accent4="accent4" w:accent5="accent5" w:accent6="accent6" w:hyperlink="hyperlink" w:followedHyperlink="followedHyperlink"/>
  <w:doNotAutoCompressPictures/>
  <w:shapeDefaults>
    <o:shapedefaults v:ext="edit" spidmax="1027"/>
    <o:shapelayout v:ext="edit">
      <o:idmap v:ext="edit" data="1"/>
    </o:shapelayout>
  </w:shapeDefaults>
  <w:decimalSymbol w:val="."/>
  <w:listSeparator w:val=","/>
  <w14:docId w14:val="24062061"/>
  <w14:defaultImageDpi w14:val="300"/>
</w:settings>
</file>

<file path=word/styles.xml><?xml version="1.0" encoding="utf-8"?>
<w:styles xmlns:mc="http://schemas.openxmlformats.org/markup-compatibility/2006" xmlns:r="http://schemas.openxmlformats.org/officeDocument/2006/relationships" xmlns:w="http://schemas.openxmlformats.org/wordprocessingml/2006/main" xmlns:w14="http://schemas.microsoft.com/office/word/2010/wordml" mc:Ignorable="w14">
  <w:docDefaults>
    <w:rPrDefault>
      <w:rPr>
        <w:rFonts w:asciiTheme="minorHAnsi" w:eastAsiaTheme="minorEastAsia" w:hAnsiTheme="minorHAnsi" w:cstheme="minorBidi"/>
        <w:sz w:val="22"/>
        <w:szCs w:val="22"/>
        <w:lang w:val="en-US" w:eastAsia="en-US" w:bidi="ar-SA"/>
      </w:rPr>
    </w:rPrDefault>
    <w:pPrDefault>
      <w:pPr>
        <w:spacing w:after="200" w:line="276" w:lineRule="auto"/>
      </w:pPr>
    </w:pPrDefault>
  </w:docDefaults>
  <w:latentStyles w:defLockedState="0" w:defUIPriority="99" w:defSemiHidden="1" w:defUnhideWhenUsed="1" w:defQFormat="0" w:count="276">
    <w:lsdException w:name="Normal" w:semiHidden="0" w:uiPriority="0" w:unhideWhenUsed="0" w:qFormat="1"/>
    <w:lsdException w:name="heading 1" w:semiHidden="0" w:uiPriority="9" w:unhideWhenUsed="0" w:qFormat="1"/>
    <w:lsdException w:name="heading 2" w:uiPriority="9" w:qFormat="1"/>
    <w:lsdException w:name="heading 3" w:uiPriority="9" w:qFormat="1"/>
    <w:lsdException w:name="heading 4" w:uiPriority="9" w:qFormat="1"/>
    <w:lsdException w:name="heading 5" w:uiPriority="9" w:qFormat="1"/>
    <w:lsdException w:name="heading 6" w:uiPriority="9" w:qFormat="1"/>
    <w:lsdException w:name="heading 7" w:uiPriority="9" w:qFormat="1"/>
    <w:lsdException w:name="heading 8" w:uiPriority="9" w:qFormat="1"/>
    <w:lsdException w:name="heading 9" w:uiPriority="9" w:qFormat="1"/>
    <w:lsdException w:name="toc 1" w:uiPriority="39"/>
    <w:lsdException w:name="toc 2" w:uiPriority="39"/>
    <w:lsdException w:name="toc 3" w:uiPriority="39"/>
    <w:lsdException w:name="toc 4" w:uiPriority="39"/>
    <w:lsdException w:name="toc 5" w:uiPriority="39"/>
    <w:lsdException w:name="toc 6" w:uiPriority="39"/>
    <w:lsdException w:name="toc 7" w:uiPriority="39"/>
    <w:lsdException w:name="toc 8" w:uiPriority="39"/>
    <w:lsdException w:name="toc 9" w:uiPriority="39"/>
    <w:lsdException w:name="caption" w:uiPriority="35" w:qFormat="1"/>
    <w:lsdException w:name="Title" w:semiHidden="0" w:uiPriority="10" w:unhideWhenUsed="0" w:qFormat="1"/>
    <w:lsdException w:name="Default Paragraph Font" w:uiPriority="1"/>
    <w:lsdException w:name="Subtitle" w:semiHidden="0" w:uiPriority="11" w:unhideWhenUsed="0" w:qFormat="1"/>
    <w:lsdException w:name="Strong" w:semiHidden="0" w:uiPriority="22" w:unhideWhenUsed="0" w:qFormat="1"/>
    <w:lsdException w:name="Emphasis" w:semiHidden="0" w:uiPriority="20" w:unhideWhenUsed="0" w:qFormat="1"/>
    <w:lsdException w:name="Table Grid" w:semiHidden="0" w:uiPriority="59" w:unhideWhenUsed="0"/>
    <w:lsdException w:name="Placeholder Text" w:unhideWhenUsed="0"/>
    <w:lsdException w:name="No Spacing" w:semiHidden="0" w:uiPriority="1" w:unhideWhenUsed="0" w:qFormat="1"/>
    <w:lsdException w:name="Light Shading" w:semiHidden="0" w:uiPriority="60" w:unhideWhenUsed="0"/>
    <w:lsdException w:name="Light List" w:semiHidden="0" w:uiPriority="61" w:unhideWhenUsed="0"/>
    <w:lsdException w:name="Light Grid" w:semiHidden="0" w:uiPriority="62" w:unhideWhenUsed="0"/>
    <w:lsdException w:name="Medium Shading 1" w:semiHidden="0" w:uiPriority="63" w:unhideWhenUsed="0"/>
    <w:lsdException w:name="Medium Shading 2" w:semiHidden="0" w:uiPriority="64" w:unhideWhenUsed="0"/>
    <w:lsdException w:name="Medium List 1" w:semiHidden="0" w:uiPriority="65" w:unhideWhenUsed="0"/>
    <w:lsdException w:name="Medium List 2" w:semiHidden="0" w:uiPriority="66" w:unhideWhenUsed="0"/>
    <w:lsdException w:name="Medium Grid 1" w:semiHidden="0" w:uiPriority="67" w:unhideWhenUsed="0"/>
    <w:lsdException w:name="Medium Grid 2" w:semiHidden="0" w:uiPriority="68" w:unhideWhenUsed="0"/>
    <w:lsdException w:name="Medium Grid 3" w:semiHidden="0" w:uiPriority="69" w:unhideWhenUsed="0"/>
    <w:lsdException w:name="Dark List" w:semiHidden="0" w:uiPriority="70" w:unhideWhenUsed="0"/>
    <w:lsdException w:name="Colorful Shading" w:semiHidden="0" w:uiPriority="71" w:unhideWhenUsed="0"/>
    <w:lsdException w:name="Colorful List" w:semiHidden="0" w:uiPriority="72" w:unhideWhenUsed="0"/>
    <w:lsdException w:name="Colorful Grid" w:semiHidden="0" w:uiPriority="73" w:unhideWhenUsed="0"/>
    <w:lsdException w:name="Light Shading Accent 1" w:semiHidden="0" w:uiPriority="60" w:unhideWhenUsed="0"/>
    <w:lsdException w:name="Light List Accent 1" w:semiHidden="0" w:uiPriority="61" w:unhideWhenUsed="0"/>
    <w:lsdException w:name="Light Grid Accent 1" w:semiHidden="0" w:uiPriority="62" w:unhideWhenUsed="0"/>
    <w:lsdException w:name="Medium Shading 1 Accent 1" w:semiHidden="0" w:uiPriority="63" w:unhideWhenUsed="0"/>
    <w:lsdException w:name="Medium Shading 2 Accent 1" w:semiHidden="0" w:uiPriority="64" w:unhideWhenUsed="0"/>
    <w:lsdException w:name="Medium List 1 Accent 1" w:semiHidden="0" w:uiPriority="65" w:unhideWhenUsed="0"/>
    <w:lsdException w:name="Revision" w:unhideWhenUsed="0"/>
    <w:lsdException w:name="List Paragraph" w:semiHidden="0" w:uiPriority="34" w:unhideWhenUsed="0" w:qFormat="1"/>
    <w:lsdException w:name="Quote" w:semiHidden="0" w:uiPriority="29" w:unhideWhenUsed="0" w:qFormat="1"/>
    <w:lsdException w:name="Intense Quote" w:semiHidden="0" w:uiPriority="30" w:unhideWhenUsed="0" w:qFormat="1"/>
    <w:lsdException w:name="Medium List 2 Accent 1" w:semiHidden="0" w:uiPriority="66" w:unhideWhenUsed="0"/>
    <w:lsdException w:name="Medium Grid 1 Accent 1" w:semiHidden="0" w:uiPriority="67" w:unhideWhenUsed="0"/>
    <w:lsdException w:name="Medium Grid 2 Accent 1" w:semiHidden="0" w:uiPriority="68" w:unhideWhenUsed="0"/>
    <w:lsdException w:name="Medium Grid 3 Accent 1" w:semiHidden="0" w:uiPriority="69" w:unhideWhenUsed="0"/>
    <w:lsdException w:name="Dark List Accent 1" w:semiHidden="0" w:uiPriority="70" w:unhideWhenUsed="0"/>
    <w:lsdException w:name="Colorful Shading Accent 1" w:semiHidden="0" w:uiPriority="71" w:unhideWhenUsed="0"/>
    <w:lsdException w:name="Colorful List Accent 1" w:semiHidden="0" w:uiPriority="72" w:unhideWhenUsed="0"/>
    <w:lsdException w:name="Colorful Grid Accent 1" w:semiHidden="0" w:uiPriority="73" w:unhideWhenUsed="0"/>
    <w:lsdException w:name="Light Shading Accent 2" w:semiHidden="0" w:uiPriority="60" w:unhideWhenUsed="0"/>
    <w:lsdException w:name="Light List Accent 2" w:semiHidden="0" w:uiPriority="61" w:unhideWhenUsed="0"/>
    <w:lsdException w:name="Light Grid Accent 2" w:semiHidden="0" w:uiPriority="62" w:unhideWhenUsed="0"/>
    <w:lsdException w:name="Medium Shading 1 Accent 2" w:semiHidden="0" w:uiPriority="63" w:unhideWhenUsed="0"/>
    <w:lsdException w:name="Medium Shading 2 Accent 2" w:semiHidden="0" w:uiPriority="64" w:unhideWhenUsed="0"/>
    <w:lsdException w:name="Medium List 1 Accent 2" w:semiHidden="0" w:uiPriority="65" w:unhideWhenUsed="0"/>
    <w:lsdException w:name="Medium List 2 Accent 2" w:semiHidden="0" w:uiPriority="66" w:unhideWhenUsed="0"/>
    <w:lsdException w:name="Medium Grid 1 Accent 2" w:semiHidden="0" w:uiPriority="67" w:unhideWhenUsed="0"/>
    <w:lsdException w:name="Medium Grid 2 Accent 2" w:semiHidden="0" w:uiPriority="68" w:unhideWhenUsed="0"/>
    <w:lsdException w:name="Medium Grid 3 Accent 2" w:semiHidden="0" w:uiPriority="69" w:unhideWhenUsed="0"/>
    <w:lsdException w:name="Dark List Accent 2" w:semiHidden="0" w:uiPriority="70" w:unhideWhenUsed="0"/>
    <w:lsdException w:name="Colorful Shading Accent 2" w:semiHidden="0" w:uiPriority="71" w:unhideWhenUsed="0"/>
    <w:lsdException w:name="Colorful List Accent 2" w:semiHidden="0" w:uiPriority="72" w:unhideWhenUsed="0"/>
    <w:lsdException w:name="Colorful Grid Accent 2" w:semiHidden="0" w:uiPriority="73" w:unhideWhenUsed="0"/>
    <w:lsdException w:name="Light Shading Accent 3" w:semiHidden="0" w:uiPriority="60" w:unhideWhenUsed="0"/>
    <w:lsdException w:name="Light List Accent 3" w:semiHidden="0" w:uiPriority="61" w:unhideWhenUsed="0"/>
    <w:lsdException w:name="Light Grid Accent 3" w:semiHidden="0" w:uiPriority="62" w:unhideWhenUsed="0"/>
    <w:lsdException w:name="Medium Shading 1 Accent 3" w:semiHidden="0" w:uiPriority="63" w:unhideWhenUsed="0"/>
    <w:lsdException w:name="Medium Shading 2 Accent 3" w:semiHidden="0" w:uiPriority="64" w:unhideWhenUsed="0"/>
    <w:lsdException w:name="Medium List 1 Accent 3" w:semiHidden="0" w:uiPriority="65" w:unhideWhenUsed="0"/>
    <w:lsdException w:name="Medium List 2 Accent 3" w:semiHidden="0" w:uiPriority="66" w:unhideWhenUsed="0"/>
    <w:lsdException w:name="Medium Grid 1 Accent 3" w:semiHidden="0" w:uiPriority="67" w:unhideWhenUsed="0"/>
    <w:lsdException w:name="Medium Grid 2 Accent 3" w:semiHidden="0" w:uiPriority="68" w:unhideWhenUsed="0"/>
    <w:lsdException w:name="Medium Grid 3 Accent 3" w:semiHidden="0" w:uiPriority="69" w:unhideWhenUsed="0"/>
    <w:lsdException w:name="Dark List Accent 3" w:semiHidden="0" w:uiPriority="70" w:unhideWhenUsed="0"/>
    <w:lsdException w:name="Colorful Shading Accent 3" w:semiHidden="0" w:uiPriority="71" w:unhideWhenUsed="0"/>
    <w:lsdException w:name="Colorful List Accent 3" w:semiHidden="0" w:uiPriority="72" w:unhideWhenUsed="0"/>
    <w:lsdException w:name="Colorful Grid Accent 3" w:semiHidden="0" w:uiPriority="73" w:unhideWhenUsed="0"/>
    <w:lsdException w:name="Light Shading Accent 4" w:semiHidden="0" w:uiPriority="60" w:unhideWhenUsed="0"/>
    <w:lsdException w:name="Light List Accent 4" w:semiHidden="0" w:uiPriority="61" w:unhideWhenUsed="0"/>
    <w:lsdException w:name="Light Grid Accent 4" w:semiHidden="0" w:uiPriority="62" w:unhideWhenUsed="0"/>
    <w:lsdException w:name="Medium Shading 1 Accent 4" w:semiHidden="0" w:uiPriority="63" w:unhideWhenUsed="0"/>
    <w:lsdException w:name="Medium Shading 2 Accent 4" w:semiHidden="0" w:uiPriority="64" w:unhideWhenUsed="0"/>
    <w:lsdException w:name="Medium List 1 Accent 4" w:semiHidden="0" w:uiPriority="65" w:unhideWhenUsed="0"/>
    <w:lsdException w:name="Medium List 2 Accent 4" w:semiHidden="0" w:uiPriority="66" w:unhideWhenUsed="0"/>
    <w:lsdException w:name="Medium Grid 1 Accent 4" w:semiHidden="0" w:uiPriority="67" w:unhideWhenUsed="0"/>
    <w:lsdException w:name="Medium Grid 2 Accent 4" w:semiHidden="0" w:uiPriority="68" w:unhideWhenUsed="0"/>
    <w:lsdException w:name="Medium Grid 3 Accent 4" w:semiHidden="0" w:uiPriority="69" w:unhideWhenUsed="0"/>
    <w:lsdException w:name="Dark List Accent 4" w:semiHidden="0" w:uiPriority="70" w:unhideWhenUsed="0"/>
    <w:lsdException w:name="Colorful Shading Accent 4" w:semiHidden="0" w:uiPriority="71" w:unhideWhenUsed="0"/>
    <w:lsdException w:name="Colorful List Accent 4" w:semiHidden="0" w:uiPriority="72" w:unhideWhenUsed="0"/>
    <w:lsdException w:name="Colorful Grid Accent 4" w:semiHidden="0" w:uiPriority="73" w:unhideWhenUsed="0"/>
    <w:lsdException w:name="Light Shading Accent 5" w:semiHidden="0" w:uiPriority="60" w:unhideWhenUsed="0"/>
    <w:lsdException w:name="Light List Accent 5" w:semiHidden="0" w:uiPriority="61" w:unhideWhenUsed="0"/>
    <w:lsdException w:name="Light Grid Accent 5" w:semiHidden="0" w:uiPriority="62" w:unhideWhenUsed="0"/>
    <w:lsdException w:name="Medium Shading 1 Accent 5" w:semiHidden="0" w:uiPriority="63" w:unhideWhenUsed="0"/>
    <w:lsdException w:name="Medium Shading 2 Accent 5" w:semiHidden="0" w:uiPriority="64" w:unhideWhenUsed="0"/>
    <w:lsdException w:name="Medium List 1 Accent 5" w:semiHidden="0" w:uiPriority="65" w:unhideWhenUsed="0"/>
    <w:lsdException w:name="Medium List 2 Accent 5" w:semiHidden="0" w:uiPriority="66" w:unhideWhenUsed="0"/>
    <w:lsdException w:name="Medium Grid 1 Accent 5" w:semiHidden="0" w:uiPriority="67" w:unhideWhenUsed="0"/>
    <w:lsdException w:name="Medium Grid 2 Accent 5" w:semiHidden="0" w:uiPriority="68" w:unhideWhenUsed="0"/>
    <w:lsdException w:name="Medium Grid 3 Accent 5" w:semiHidden="0" w:uiPriority="69" w:unhideWhenUsed="0"/>
    <w:lsdException w:name="Dark List Accent 5" w:semiHidden="0" w:uiPriority="70" w:unhideWhenUsed="0"/>
    <w:lsdException w:name="Colorful Shading Accent 5" w:semiHidden="0" w:uiPriority="71" w:unhideWhenUsed="0"/>
    <w:lsdException w:name="Colorful List Accent 5" w:semiHidden="0" w:uiPriority="72" w:unhideWhenUsed="0"/>
    <w:lsdException w:name="Colorful Grid Accent 5" w:semiHidden="0" w:uiPriority="73" w:unhideWhenUsed="0"/>
    <w:lsdException w:name="Light Shading Accent 6" w:semiHidden="0" w:uiPriority="60" w:unhideWhenUsed="0"/>
    <w:lsdException w:name="Light List Accent 6" w:semiHidden="0" w:uiPriority="61" w:unhideWhenUsed="0"/>
    <w:lsdException w:name="Light Grid Accent 6" w:semiHidden="0" w:uiPriority="62" w:unhideWhenUsed="0"/>
    <w:lsdException w:name="Medium Shading 1 Accent 6" w:semiHidden="0" w:uiPriority="63" w:unhideWhenUsed="0"/>
    <w:lsdException w:name="Medium Shading 2 Accent 6" w:semiHidden="0" w:uiPriority="64" w:unhideWhenUsed="0"/>
    <w:lsdException w:name="Medium List 1 Accent 6" w:semiHidden="0" w:uiPriority="65" w:unhideWhenUsed="0"/>
    <w:lsdException w:name="Medium List 2 Accent 6" w:semiHidden="0" w:uiPriority="66" w:unhideWhenUsed="0"/>
    <w:lsdException w:name="Medium Grid 1 Accent 6" w:semiHidden="0" w:uiPriority="67" w:unhideWhenUsed="0"/>
    <w:lsdException w:name="Medium Grid 2 Accent 6" w:semiHidden="0" w:uiPriority="68" w:unhideWhenUsed="0"/>
    <w:lsdException w:name="Medium Grid 3 Accent 6" w:semiHidden="0" w:uiPriority="69" w:unhideWhenUsed="0"/>
    <w:lsdException w:name="Dark List Accent 6" w:semiHidden="0" w:uiPriority="70" w:unhideWhenUsed="0"/>
    <w:lsdException w:name="Colorful Shading Accent 6" w:semiHidden="0" w:uiPriority="71" w:unhideWhenUsed="0"/>
    <w:lsdException w:name="Colorful List Accent 6" w:semiHidden="0" w:uiPriority="72" w:unhideWhenUsed="0"/>
    <w:lsdException w:name="Colorful Grid Accent 6" w:semiHidden="0" w:uiPriority="73" w:unhideWhenUsed="0"/>
    <w:lsdException w:name="Subtle Emphasis" w:semiHidden="0" w:uiPriority="19" w:unhideWhenUsed="0" w:qFormat="1"/>
    <w:lsdException w:name="Intense Emphasis" w:semiHidden="0" w:uiPriority="21" w:unhideWhenUsed="0" w:qFormat="1"/>
    <w:lsdException w:name="Subtle Reference" w:semiHidden="0" w:uiPriority="31" w:unhideWhenUsed="0" w:qFormat="1"/>
    <w:lsdException w:name="Intense Reference" w:semiHidden="0" w:uiPriority="32" w:unhideWhenUsed="0" w:qFormat="1"/>
    <w:lsdException w:name="Book Title" w:semiHidden="0" w:uiPriority="33" w:unhideWhenUsed="0" w:qFormat="1"/>
    <w:lsdException w:name="Bibliography" w:uiPriority="37"/>
    <w:lsdException w:name="TOC Heading" w:uiPriority="39" w:qFormat="1"/>
  </w:latentStyles>
  <w:style w:type="paragraph" w:default="1" w:styleId="Normal">
    <w:name w:val="Normal"/>
    <w:qFormat/>
    <w:rsid w:val="00FC693F"/>
  </w:style>
  <w:style w:type="paragraph" w:styleId="Header">
    <w:name w:val="header"/>
    <w:basedOn w:val="Normal"/>
    <w:link w:val="HeaderChar"/>
    <w:uiPriority w:val="99"/>
    <w:unhideWhenUsed/>
    <w:rsid w:val="00E618BF"/>
    <w:pPr>
      <w:tabs>
        <w:tab w:val="center" w:pos="4680"/>
        <w:tab w:val="right" w:pos="9360"/>
      </w:tabs>
      <w:spacing w:after="0" w:line="240" w:lineRule="auto"/>
    </w:pPr>
  </w:style>
  <w:style w:type="character" w:customStyle="1" w:styleId="HeaderChar">
    <w:name w:val="Header Char"/>
    <w:basedOn w:val="DefaultParagraphFont"/>
    <w:link w:val="Header"/>
    <w:uiPriority w:val="99"/>
    <w:rsid w:val="00E618BF"/>
  </w:style>
  <w:style w:type="paragraph" w:styleId="Footer">
    <w:name w:val="footer"/>
    <w:basedOn w:val="Normal"/>
    <w:link w:val="FooterChar"/>
    <w:uiPriority w:val="99"/>
    <w:unhideWhenUsed/>
    <w:rsid w:val="00E618BF"/>
    <w:pPr>
      <w:tabs>
        <w:tab w:val="center" w:pos="4680"/>
        <w:tab w:val="right" w:pos="9360"/>
      </w:tabs>
      <w:spacing w:after="0" w:line="240" w:lineRule="auto"/>
    </w:pPr>
  </w:style>
  <w:style w:type="character" w:customStyle="1" w:styleId="FooterChar">
    <w:name w:val="Footer Char"/>
    <w:basedOn w:val="DefaultParagraphFont"/>
    <w:link w:val="Footer"/>
    <w:uiPriority w:val="99"/>
    <w:rsid w:val="00E618BF"/>
  </w:style>
  <w:style w:type="paragraph" w:styleId="Heading1">
    <w:name w:val="heading 1"/>
    <w:basedOn w:val="Normal"/>
    <w:next w:val="Normal"/>
    <w:link w:val="Heading1Char"/>
    <w:uiPriority w:val="9"/>
    <w:qFormat/>
    <w:rsid w:val="00FC693F"/>
    <w:pPr>
      <w:keepNext/>
      <w:keepLines/>
      <w:spacing w:before="480" w:after="0"/>
      <w:outlineLvl w:val="0"/>
    </w:pPr>
    <w:rPr>
      <w:rFonts w:asciiTheme="majorHAnsi" w:eastAsiaTheme="majorEastAsia" w:hAnsiTheme="majorHAnsi" w:cstheme="majorBidi"/>
      <w:b/>
      <w:bCs/>
      <w:color w:val="365F91" w:themeColor="accent1" w:themeShade="BF"/>
      <w:sz w:val="28"/>
      <w:szCs w:val="28"/>
    </w:rPr>
  </w:style>
  <w:style w:type="paragraph" w:styleId="Heading2">
    <w:name w:val="heading 2"/>
    <w:basedOn w:val="Normal"/>
    <w:next w:val="Normal"/>
    <w:link w:val="Heading2Char"/>
    <w:uiPriority w:val="9"/>
    <w:unhideWhenUsed/>
    <w:qFormat/>
    <w:rsid w:val="00FC693F"/>
    <w:pPr>
      <w:keepNext/>
      <w:keepLines/>
      <w:spacing w:before="200" w:after="0"/>
      <w:outlineLvl w:val="1"/>
    </w:pPr>
    <w:rPr>
      <w:rFonts w:asciiTheme="majorHAnsi" w:eastAsiaTheme="majorEastAsia" w:hAnsiTheme="majorHAnsi" w:cstheme="majorBidi"/>
      <w:b/>
      <w:bCs/>
      <w:color w:val="4F81BD" w:themeColor="accent1"/>
      <w:sz w:val="26"/>
      <w:szCs w:val="26"/>
    </w:rPr>
  </w:style>
  <w:style w:type="paragraph" w:styleId="Heading3">
    <w:name w:val="heading 3"/>
    <w:basedOn w:val="Normal"/>
    <w:next w:val="Normal"/>
    <w:link w:val="Heading3Char"/>
    <w:uiPriority w:val="9"/>
    <w:unhideWhenUsed/>
    <w:qFormat/>
    <w:rsid w:val="00FC693F"/>
    <w:pPr>
      <w:keepNext/>
      <w:keepLines/>
      <w:spacing w:before="200" w:after="0"/>
      <w:outlineLvl w:val="2"/>
    </w:pPr>
    <w:rPr>
      <w:rFonts w:asciiTheme="majorHAnsi" w:eastAsiaTheme="majorEastAsia" w:hAnsiTheme="majorHAnsi" w:cstheme="majorBidi"/>
      <w:b/>
      <w:bCs/>
      <w:color w:val="4F81BD" w:themeColor="accent1"/>
    </w:rPr>
  </w:style>
  <w:style w:type="paragraph" w:styleId="Heading4">
    <w:name w:val="heading 4"/>
    <w:basedOn w:val="Normal"/>
    <w:next w:val="Normal"/>
    <w:link w:val="Heading4Char"/>
    <w:uiPriority w:val="9"/>
    <w:semiHidden/>
    <w:unhideWhenUsed/>
    <w:qFormat/>
    <w:rsid w:val="00FC693F"/>
    <w:pPr>
      <w:keepNext/>
      <w:keepLines/>
      <w:spacing w:before="200" w:after="0"/>
      <w:outlineLvl w:val="3"/>
    </w:pPr>
    <w:rPr>
      <w:rFonts w:asciiTheme="majorHAnsi" w:eastAsiaTheme="majorEastAsia" w:hAnsiTheme="majorHAnsi" w:cstheme="majorBidi"/>
      <w:b/>
      <w:bCs/>
      <w:i/>
      <w:iCs/>
      <w:color w:val="4F81BD" w:themeColor="accent1"/>
    </w:rPr>
  </w:style>
  <w:style w:type="paragraph" w:styleId="Heading5">
    <w:name w:val="heading 5"/>
    <w:basedOn w:val="Normal"/>
    <w:next w:val="Normal"/>
    <w:link w:val="Heading5Char"/>
    <w:uiPriority w:val="9"/>
    <w:semiHidden/>
    <w:unhideWhenUsed/>
    <w:qFormat/>
    <w:rsid w:val="00FC693F"/>
    <w:pPr>
      <w:keepNext/>
      <w:keepLines/>
      <w:spacing w:before="200" w:after="0"/>
      <w:outlineLvl w:val="4"/>
    </w:pPr>
    <w:rPr>
      <w:rFonts w:asciiTheme="majorHAnsi" w:eastAsiaTheme="majorEastAsia" w:hAnsiTheme="majorHAnsi" w:cstheme="majorBidi"/>
      <w:color w:val="243F60" w:themeColor="accent1" w:themeShade="7F"/>
    </w:rPr>
  </w:style>
  <w:style w:type="paragraph" w:styleId="Heading6">
    <w:name w:val="heading 6"/>
    <w:basedOn w:val="Normal"/>
    <w:next w:val="Normal"/>
    <w:link w:val="Heading6Char"/>
    <w:uiPriority w:val="9"/>
    <w:semiHidden/>
    <w:unhideWhenUsed/>
    <w:qFormat/>
    <w:rsid w:val="00FC693F"/>
    <w:pPr>
      <w:keepNext/>
      <w:keepLines/>
      <w:spacing w:before="200" w:after="0"/>
      <w:outlineLvl w:val="5"/>
    </w:pPr>
    <w:rPr>
      <w:rFonts w:asciiTheme="majorHAnsi" w:eastAsiaTheme="majorEastAsia" w:hAnsiTheme="majorHAnsi" w:cstheme="majorBidi"/>
      <w:i/>
      <w:iCs/>
      <w:color w:val="243F60" w:themeColor="accent1" w:themeShade="7F"/>
    </w:rPr>
  </w:style>
  <w:style w:type="paragraph" w:styleId="Heading7">
    <w:name w:val="heading 7"/>
    <w:basedOn w:val="Normal"/>
    <w:next w:val="Normal"/>
    <w:link w:val="Heading7Char"/>
    <w:uiPriority w:val="9"/>
    <w:semiHidden/>
    <w:unhideWhenUsed/>
    <w:qFormat/>
    <w:rsid w:val="00FC693F"/>
    <w:pPr>
      <w:keepNext/>
      <w:keepLines/>
      <w:spacing w:before="200" w:after="0"/>
      <w:outlineLvl w:val="6"/>
    </w:pPr>
    <w:rPr>
      <w:rFonts w:asciiTheme="majorHAnsi" w:eastAsiaTheme="majorEastAsia" w:hAnsiTheme="majorHAnsi" w:cstheme="majorBidi"/>
      <w:i/>
      <w:iCs/>
      <w:color w:val="404040" w:themeColor="text1" w:themeTint="BF"/>
    </w:rPr>
  </w:style>
  <w:style w:type="paragraph" w:styleId="Heading8">
    <w:name w:val="heading 8"/>
    <w:basedOn w:val="Normal"/>
    <w:next w:val="Normal"/>
    <w:link w:val="Heading8Char"/>
    <w:uiPriority w:val="9"/>
    <w:semiHidden/>
    <w:unhideWhenUsed/>
    <w:qFormat/>
    <w:rsid w:val="00FC693F"/>
    <w:pPr>
      <w:keepNext/>
      <w:keepLines/>
      <w:spacing w:before="200" w:after="0"/>
      <w:outlineLvl w:val="7"/>
    </w:pPr>
    <w:rPr>
      <w:rFonts w:asciiTheme="majorHAnsi" w:eastAsiaTheme="majorEastAsia" w:hAnsiTheme="majorHAnsi" w:cstheme="majorBidi"/>
      <w:color w:val="4F81BD" w:themeColor="accent1"/>
      <w:sz w:val="20"/>
      <w:szCs w:val="20"/>
    </w:rPr>
  </w:style>
  <w:style w:type="paragraph" w:styleId="Heading9">
    <w:name w:val="heading 9"/>
    <w:basedOn w:val="Normal"/>
    <w:next w:val="Normal"/>
    <w:link w:val="Heading9Char"/>
    <w:uiPriority w:val="9"/>
    <w:semiHidden/>
    <w:unhideWhenUsed/>
    <w:qFormat/>
    <w:rsid w:val="00FC693F"/>
    <w:pPr>
      <w:keepNext/>
      <w:keepLines/>
      <w:spacing w:before="200" w:after="0"/>
      <w:outlineLvl w:val="8"/>
    </w:pPr>
    <w:rPr>
      <w:rFonts w:asciiTheme="majorHAnsi" w:eastAsiaTheme="majorEastAsia" w:hAnsiTheme="majorHAnsi" w:cstheme="majorBidi"/>
      <w:i/>
      <w:iCs/>
      <w:color w:val="404040" w:themeColor="text1" w:themeTint="BF"/>
      <w:sz w:val="20"/>
      <w:szCs w:val="20"/>
    </w:rPr>
  </w:style>
  <w:style w:type="character" w:default="1" w:styleId="DefaultParagraphFont">
    <w:name w:val="Default Paragraph Font"/>
    <w:uiPriority w:val="1"/>
    <w:semiHidden/>
    <w:unhideWhenUsed/>
  </w:style>
  <w:style w:type="table" w:default="1" w:styleId="TableNormal">
    <w:name w:val="Normal Table"/>
    <w:uiPriority w:val="99"/>
    <w:semiHidden/>
    <w:unhideWhenUsed/>
    <w:tblPr>
      <w:tblInd w:w="0" w:type="dxa"/>
      <w:tblCellMar>
        <w:top w:w="0" w:type="dxa"/>
        <w:left w:w="108" w:type="dxa"/>
        <w:bottom w:w="0" w:type="dxa"/>
        <w:right w:w="108" w:type="dxa"/>
      </w:tblCellMar>
    </w:tblPr>
  </w:style>
  <w:style w:type="numbering" w:default="1" w:styleId="NoList">
    <w:name w:val="No List"/>
    <w:uiPriority w:val="99"/>
    <w:semiHidden/>
    <w:unhideWhenUsed/>
  </w:style>
  <w:style w:type="paragraph" w:styleId="NoSpacing">
    <w:name w:val="No Spacing"/>
    <w:uiPriority w:val="1"/>
    <w:qFormat/>
    <w:rsid w:val="00FC693F"/>
    <w:pPr>
      <w:spacing w:after="0" w:line="240" w:lineRule="auto"/>
    </w:pPr>
  </w:style>
  <w:style w:type="character" w:customStyle="1" w:styleId="Heading1Char">
    <w:name w:val="Heading 1 Char"/>
    <w:basedOn w:val="DefaultParagraphFont"/>
    <w:link w:val="Heading1"/>
    <w:uiPriority w:val="9"/>
    <w:rsid w:val="00FC693F"/>
    <w:rPr>
      <w:rFonts w:asciiTheme="majorHAnsi" w:eastAsiaTheme="majorEastAsia" w:hAnsiTheme="majorHAnsi" w:cstheme="majorBidi"/>
      <w:b/>
      <w:bCs/>
      <w:color w:val="365F91" w:themeColor="accent1" w:themeShade="BF"/>
      <w:sz w:val="28"/>
      <w:szCs w:val="28"/>
    </w:rPr>
  </w:style>
  <w:style w:type="character" w:customStyle="1" w:styleId="Heading2Char">
    <w:name w:val="Heading 2 Char"/>
    <w:basedOn w:val="DefaultParagraphFont"/>
    <w:link w:val="Heading2"/>
    <w:uiPriority w:val="9"/>
    <w:rsid w:val="00FC693F"/>
    <w:rPr>
      <w:rFonts w:asciiTheme="majorHAnsi" w:eastAsiaTheme="majorEastAsia" w:hAnsiTheme="majorHAnsi" w:cstheme="majorBidi"/>
      <w:b/>
      <w:bCs/>
      <w:color w:val="4F81BD" w:themeColor="accent1"/>
      <w:sz w:val="26"/>
      <w:szCs w:val="26"/>
    </w:rPr>
  </w:style>
  <w:style w:type="character" w:customStyle="1" w:styleId="Heading3Char">
    <w:name w:val="Heading 3 Char"/>
    <w:basedOn w:val="DefaultParagraphFont"/>
    <w:link w:val="Heading3"/>
    <w:uiPriority w:val="9"/>
    <w:rsid w:val="00FC693F"/>
    <w:rPr>
      <w:rFonts w:asciiTheme="majorHAnsi" w:eastAsiaTheme="majorEastAsia" w:hAnsiTheme="majorHAnsi" w:cstheme="majorBidi"/>
      <w:b/>
      <w:bCs/>
      <w:color w:val="4F81BD" w:themeColor="accent1"/>
    </w:rPr>
  </w:style>
  <w:style w:type="paragraph" w:styleId="Title">
    <w:name w:val="Title"/>
    <w:basedOn w:val="Normal"/>
    <w:next w:val="Normal"/>
    <w:link w:val="TitleChar"/>
    <w:uiPriority w:val="10"/>
    <w:qFormat/>
    <w:rsid w:val="00FC693F"/>
    <w:pPr>
      <w:pBdr>
        <w:bottom w:val="single" w:sz="8" w:space="4" w:color="4F81BD" w:themeColor="accent1"/>
      </w:pBdr>
      <w:spacing w:after="300" w:line="240" w:lineRule="auto"/>
      <w:contextualSpacing/>
    </w:pPr>
    <w:rPr>
      <w:rFonts w:asciiTheme="majorHAnsi" w:eastAsiaTheme="majorEastAsia" w:hAnsiTheme="majorHAnsi" w:cstheme="majorBidi"/>
      <w:color w:val="17365D" w:themeColor="text2" w:themeShade="BF"/>
      <w:spacing w:val="5"/>
      <w:kern w:val="28"/>
      <w:sz w:val="52"/>
      <w:szCs w:val="52"/>
    </w:rPr>
  </w:style>
  <w:style w:type="character" w:customStyle="1" w:styleId="TitleChar">
    <w:name w:val="Title Char"/>
    <w:basedOn w:val="DefaultParagraphFont"/>
    <w:link w:val="Title"/>
    <w:uiPriority w:val="10"/>
    <w:rsid w:val="00FC693F"/>
    <w:rPr>
      <w:rFonts w:asciiTheme="majorHAnsi" w:eastAsiaTheme="majorEastAsia" w:hAnsiTheme="majorHAnsi" w:cstheme="majorBidi"/>
      <w:color w:val="17365D" w:themeColor="text2" w:themeShade="BF"/>
      <w:spacing w:val="5"/>
      <w:kern w:val="28"/>
      <w:sz w:val="52"/>
      <w:szCs w:val="52"/>
    </w:rPr>
  </w:style>
  <w:style w:type="paragraph" w:styleId="Subtitle">
    <w:name w:val="Subtitle"/>
    <w:basedOn w:val="Normal"/>
    <w:next w:val="Normal"/>
    <w:link w:val="SubtitleChar"/>
    <w:uiPriority w:val="11"/>
    <w:qFormat/>
    <w:rsid w:val="00FC693F"/>
    <w:pPr>
      <w:numPr>
        <w:ilvl w:val="1"/>
      </w:numPr>
    </w:pPr>
    <w:rPr>
      <w:rFonts w:asciiTheme="majorHAnsi" w:eastAsiaTheme="majorEastAsia" w:hAnsiTheme="majorHAnsi" w:cstheme="majorBidi"/>
      <w:i/>
      <w:iCs/>
      <w:color w:val="4F81BD" w:themeColor="accent1"/>
      <w:spacing w:val="15"/>
      <w:sz w:val="24"/>
      <w:szCs w:val="24"/>
    </w:rPr>
  </w:style>
  <w:style w:type="character" w:customStyle="1" w:styleId="SubtitleChar">
    <w:name w:val="Subtitle Char"/>
    <w:basedOn w:val="DefaultParagraphFont"/>
    <w:link w:val="Subtitle"/>
    <w:uiPriority w:val="11"/>
    <w:rsid w:val="00FC693F"/>
    <w:rPr>
      <w:rFonts w:asciiTheme="majorHAnsi" w:eastAsiaTheme="majorEastAsia" w:hAnsiTheme="majorHAnsi" w:cstheme="majorBidi"/>
      <w:i/>
      <w:iCs/>
      <w:color w:val="4F81BD" w:themeColor="accent1"/>
      <w:spacing w:val="15"/>
      <w:sz w:val="24"/>
      <w:szCs w:val="24"/>
    </w:rPr>
  </w:style>
  <w:style w:type="paragraph" w:styleId="ListParagraph">
    <w:name w:val="List Paragraph"/>
    <w:basedOn w:val="Normal"/>
    <w:uiPriority w:val="34"/>
    <w:qFormat/>
    <w:rsid w:val="00FC693F"/>
    <w:pPr>
      <w:ind w:left="720"/>
      <w:contextualSpacing/>
    </w:pPr>
  </w:style>
  <w:style w:type="paragraph" w:styleId="BodyText">
    <w:name w:val="Body Text"/>
    <w:basedOn w:val="Normal"/>
    <w:link w:val="BodyTextChar"/>
    <w:uiPriority w:val="99"/>
    <w:unhideWhenUsed/>
    <w:rsid w:val="00AA1D8D"/>
    <w:pPr>
      <w:spacing w:after="120"/>
    </w:pPr>
  </w:style>
  <w:style w:type="character" w:customStyle="1" w:styleId="BodyTextChar">
    <w:name w:val="Body Text Char"/>
    <w:basedOn w:val="DefaultParagraphFont"/>
    <w:link w:val="BodyText"/>
    <w:uiPriority w:val="99"/>
    <w:rsid w:val="00AA1D8D"/>
  </w:style>
  <w:style w:type="paragraph" w:styleId="BodyText2">
    <w:name w:val="Body Text 2"/>
    <w:basedOn w:val="Normal"/>
    <w:link w:val="BodyText2Char"/>
    <w:uiPriority w:val="99"/>
    <w:unhideWhenUsed/>
    <w:rsid w:val="00AA1D8D"/>
    <w:pPr>
      <w:spacing w:after="120" w:line="480" w:lineRule="auto"/>
    </w:pPr>
  </w:style>
  <w:style w:type="character" w:customStyle="1" w:styleId="BodyText2Char">
    <w:name w:val="Body Text 2 Char"/>
    <w:basedOn w:val="DefaultParagraphFont"/>
    <w:link w:val="BodyText2"/>
    <w:uiPriority w:val="99"/>
    <w:rsid w:val="00AA1D8D"/>
  </w:style>
  <w:style w:type="paragraph" w:styleId="BodyText3">
    <w:name w:val="Body Text 3"/>
    <w:basedOn w:val="Normal"/>
    <w:link w:val="BodyText3Char"/>
    <w:uiPriority w:val="99"/>
    <w:unhideWhenUsed/>
    <w:rsid w:val="00AA1D8D"/>
    <w:pPr>
      <w:spacing w:after="120"/>
    </w:pPr>
    <w:rPr>
      <w:sz w:val="16"/>
      <w:szCs w:val="16"/>
    </w:rPr>
  </w:style>
  <w:style w:type="character" w:customStyle="1" w:styleId="BodyText3Char">
    <w:name w:val="Body Text 3 Char"/>
    <w:basedOn w:val="DefaultParagraphFont"/>
    <w:link w:val="BodyText3"/>
    <w:uiPriority w:val="99"/>
    <w:rsid w:val="00AA1D8D"/>
    <w:rPr>
      <w:sz w:val="16"/>
      <w:szCs w:val="16"/>
    </w:rPr>
  </w:style>
  <w:style w:type="paragraph" w:styleId="List">
    <w:name w:val="List"/>
    <w:basedOn w:val="Normal"/>
    <w:uiPriority w:val="99"/>
    <w:unhideWhenUsed/>
    <w:rsid w:val="00AA1D8D"/>
    <w:pPr>
      <w:ind w:left="360" w:hanging="360"/>
      <w:contextualSpacing/>
    </w:pPr>
  </w:style>
  <w:style w:type="paragraph" w:styleId="List2">
    <w:name w:val="List 2"/>
    <w:basedOn w:val="Normal"/>
    <w:uiPriority w:val="99"/>
    <w:unhideWhenUsed/>
    <w:rsid w:val="00326F90"/>
    <w:pPr>
      <w:ind w:left="720" w:hanging="360"/>
      <w:contextualSpacing/>
    </w:pPr>
  </w:style>
  <w:style w:type="paragraph" w:styleId="List3">
    <w:name w:val="List 3"/>
    <w:basedOn w:val="Normal"/>
    <w:uiPriority w:val="99"/>
    <w:unhideWhenUsed/>
    <w:rsid w:val="00326F90"/>
    <w:pPr>
      <w:ind w:left="1080" w:hanging="360"/>
      <w:contextualSpacing/>
    </w:pPr>
  </w:style>
  <w:style w:type="paragraph" w:styleId="ListBullet">
    <w:name w:val="List Bullet"/>
    <w:basedOn w:val="Normal"/>
    <w:uiPriority w:val="99"/>
    <w:unhideWhenUsed/>
    <w:rsid w:val="00326F90"/>
    <w:pPr>
      <w:numPr>
        <w:numId w:val="1"/>
      </w:numPr>
      <w:contextualSpacing/>
    </w:pPr>
  </w:style>
  <w:style w:type="paragraph" w:styleId="ListBullet2">
    <w:name w:val="List Bullet 2"/>
    <w:basedOn w:val="Normal"/>
    <w:uiPriority w:val="99"/>
    <w:unhideWhenUsed/>
    <w:rsid w:val="00326F90"/>
    <w:pPr>
      <w:numPr>
        <w:numId w:val="2"/>
      </w:numPr>
      <w:contextualSpacing/>
    </w:pPr>
  </w:style>
  <w:style w:type="paragraph" w:styleId="ListBullet3">
    <w:name w:val="List Bullet 3"/>
    <w:basedOn w:val="Normal"/>
    <w:uiPriority w:val="99"/>
    <w:unhideWhenUsed/>
    <w:rsid w:val="00326F90"/>
    <w:pPr>
      <w:numPr>
        <w:numId w:val="3"/>
      </w:numPr>
      <w:contextualSpacing/>
    </w:pPr>
  </w:style>
  <w:style w:type="paragraph" w:styleId="ListNumber">
    <w:name w:val="List Number"/>
    <w:basedOn w:val="Normal"/>
    <w:uiPriority w:val="99"/>
    <w:unhideWhenUsed/>
    <w:rsid w:val="00326F90"/>
    <w:pPr>
      <w:numPr>
        <w:numId w:val="5"/>
      </w:numPr>
      <w:contextualSpacing/>
    </w:pPr>
  </w:style>
  <w:style w:type="paragraph" w:styleId="ListNumber2">
    <w:name w:val="List Number 2"/>
    <w:basedOn w:val="Normal"/>
    <w:uiPriority w:val="99"/>
    <w:unhideWhenUsed/>
    <w:rsid w:val="0029639D"/>
    <w:pPr>
      <w:numPr>
        <w:numId w:val="6"/>
      </w:numPr>
      <w:contextualSpacing/>
    </w:pPr>
  </w:style>
  <w:style w:type="paragraph" w:styleId="ListNumber3">
    <w:name w:val="List Number 3"/>
    <w:basedOn w:val="Normal"/>
    <w:uiPriority w:val="99"/>
    <w:unhideWhenUsed/>
    <w:rsid w:val="0029639D"/>
    <w:pPr>
      <w:numPr>
        <w:numId w:val="7"/>
      </w:numPr>
      <w:contextualSpacing/>
    </w:pPr>
  </w:style>
  <w:style w:type="paragraph" w:styleId="ListContinue">
    <w:name w:val="List Continue"/>
    <w:basedOn w:val="Normal"/>
    <w:uiPriority w:val="99"/>
    <w:unhideWhenUsed/>
    <w:rsid w:val="0029639D"/>
    <w:pPr>
      <w:spacing w:after="120"/>
      <w:ind w:left="360"/>
      <w:contextualSpacing/>
    </w:pPr>
  </w:style>
  <w:style w:type="paragraph" w:styleId="ListContinue2">
    <w:name w:val="List Continue 2"/>
    <w:basedOn w:val="Normal"/>
    <w:uiPriority w:val="99"/>
    <w:unhideWhenUsed/>
    <w:rsid w:val="0029639D"/>
    <w:pPr>
      <w:spacing w:after="120"/>
      <w:ind w:left="720"/>
      <w:contextualSpacing/>
    </w:pPr>
  </w:style>
  <w:style w:type="paragraph" w:styleId="ListContinue3">
    <w:name w:val="List Continue 3"/>
    <w:basedOn w:val="Normal"/>
    <w:uiPriority w:val="99"/>
    <w:unhideWhenUsed/>
    <w:rsid w:val="0029639D"/>
    <w:pPr>
      <w:spacing w:after="120"/>
      <w:ind w:left="1080"/>
      <w:contextualSpacing/>
    </w:pPr>
  </w:style>
  <w:style w:type="paragraph" w:styleId="MacroText">
    <w:name w:val="macro"/>
    <w:link w:val="MacroTextChar"/>
    <w:uiPriority w:val="99"/>
    <w:unhideWhenUsed/>
    <w:rsid w:val="0029639D"/>
    <w:pPr>
      <w:tabs>
        <w:tab w:val="left" w:pos="576"/>
        <w:tab w:val="left" w:pos="1152"/>
        <w:tab w:val="left" w:pos="1728"/>
        <w:tab w:val="left" w:pos="2304"/>
        <w:tab w:val="left" w:pos="2880"/>
        <w:tab w:val="left" w:pos="3456"/>
        <w:tab w:val="left" w:pos="4032"/>
      </w:tabs>
    </w:pPr>
    <w:rPr>
      <w:rFonts w:ascii="Courier" w:hAnsi="Courier"/>
      <w:sz w:val="20"/>
      <w:szCs w:val="20"/>
    </w:rPr>
  </w:style>
  <w:style w:type="character" w:customStyle="1" w:styleId="MacroTextChar">
    <w:name w:val="Macro Text Char"/>
    <w:basedOn w:val="DefaultParagraphFont"/>
    <w:link w:val="MacroText"/>
    <w:uiPriority w:val="99"/>
    <w:rsid w:val="0029639D"/>
    <w:rPr>
      <w:rFonts w:ascii="Courier" w:hAnsi="Courier"/>
      <w:sz w:val="20"/>
      <w:szCs w:val="20"/>
    </w:rPr>
  </w:style>
  <w:style w:type="paragraph" w:styleId="Quote">
    <w:name w:val="Quote"/>
    <w:basedOn w:val="Normal"/>
    <w:next w:val="Normal"/>
    <w:link w:val="QuoteChar"/>
    <w:uiPriority w:val="29"/>
    <w:qFormat/>
    <w:rsid w:val="00FC693F"/>
    <w:rPr>
      <w:i/>
      <w:iCs/>
      <w:color w:val="000000" w:themeColor="text1"/>
    </w:rPr>
  </w:style>
  <w:style w:type="character" w:customStyle="1" w:styleId="QuoteChar">
    <w:name w:val="Quote Char"/>
    <w:basedOn w:val="DefaultParagraphFont"/>
    <w:link w:val="Quote"/>
    <w:uiPriority w:val="29"/>
    <w:rsid w:val="00FC693F"/>
    <w:rPr>
      <w:i/>
      <w:iCs/>
      <w:color w:val="000000" w:themeColor="text1"/>
    </w:rPr>
  </w:style>
  <w:style w:type="character" w:customStyle="1" w:styleId="Heading4Char">
    <w:name w:val="Heading 4 Char"/>
    <w:basedOn w:val="DefaultParagraphFont"/>
    <w:link w:val="Heading4"/>
    <w:uiPriority w:val="9"/>
    <w:semiHidden/>
    <w:rsid w:val="00FC693F"/>
    <w:rPr>
      <w:rFonts w:asciiTheme="majorHAnsi" w:eastAsiaTheme="majorEastAsia" w:hAnsiTheme="majorHAnsi" w:cstheme="majorBidi"/>
      <w:b/>
      <w:bCs/>
      <w:i/>
      <w:iCs/>
      <w:color w:val="4F81BD" w:themeColor="accent1"/>
    </w:rPr>
  </w:style>
  <w:style w:type="character" w:customStyle="1" w:styleId="Heading5Char">
    <w:name w:val="Heading 5 Char"/>
    <w:basedOn w:val="DefaultParagraphFont"/>
    <w:link w:val="Heading5"/>
    <w:uiPriority w:val="9"/>
    <w:semiHidden/>
    <w:rsid w:val="00FC693F"/>
    <w:rPr>
      <w:rFonts w:asciiTheme="majorHAnsi" w:eastAsiaTheme="majorEastAsia" w:hAnsiTheme="majorHAnsi" w:cstheme="majorBidi"/>
      <w:color w:val="243F60" w:themeColor="accent1" w:themeShade="7F"/>
    </w:rPr>
  </w:style>
  <w:style w:type="character" w:customStyle="1" w:styleId="Heading6Char">
    <w:name w:val="Heading 6 Char"/>
    <w:basedOn w:val="DefaultParagraphFont"/>
    <w:link w:val="Heading6"/>
    <w:uiPriority w:val="9"/>
    <w:semiHidden/>
    <w:rsid w:val="00FC693F"/>
    <w:rPr>
      <w:rFonts w:asciiTheme="majorHAnsi" w:eastAsiaTheme="majorEastAsia" w:hAnsiTheme="majorHAnsi" w:cstheme="majorBidi"/>
      <w:i/>
      <w:iCs/>
      <w:color w:val="243F60" w:themeColor="accent1" w:themeShade="7F"/>
    </w:rPr>
  </w:style>
  <w:style w:type="character" w:customStyle="1" w:styleId="Heading7Char">
    <w:name w:val="Heading 7 Char"/>
    <w:basedOn w:val="DefaultParagraphFont"/>
    <w:link w:val="Heading7"/>
    <w:uiPriority w:val="9"/>
    <w:semiHidden/>
    <w:rsid w:val="00FC693F"/>
    <w:rPr>
      <w:rFonts w:asciiTheme="majorHAnsi" w:eastAsiaTheme="majorEastAsia" w:hAnsiTheme="majorHAnsi" w:cstheme="majorBidi"/>
      <w:i/>
      <w:iCs/>
      <w:color w:val="404040" w:themeColor="text1" w:themeTint="BF"/>
    </w:rPr>
  </w:style>
  <w:style w:type="character" w:customStyle="1" w:styleId="Heading8Char">
    <w:name w:val="Heading 8 Char"/>
    <w:basedOn w:val="DefaultParagraphFont"/>
    <w:link w:val="Heading8"/>
    <w:uiPriority w:val="9"/>
    <w:semiHidden/>
    <w:rsid w:val="00FC693F"/>
    <w:rPr>
      <w:rFonts w:asciiTheme="majorHAnsi" w:eastAsiaTheme="majorEastAsia" w:hAnsiTheme="majorHAnsi" w:cstheme="majorBidi"/>
      <w:color w:val="4F81BD" w:themeColor="accent1"/>
      <w:sz w:val="20"/>
      <w:szCs w:val="20"/>
    </w:rPr>
  </w:style>
  <w:style w:type="character" w:customStyle="1" w:styleId="Heading9Char">
    <w:name w:val="Heading 9 Char"/>
    <w:basedOn w:val="DefaultParagraphFont"/>
    <w:link w:val="Heading9"/>
    <w:uiPriority w:val="9"/>
    <w:semiHidden/>
    <w:rsid w:val="00FC693F"/>
    <w:rPr>
      <w:rFonts w:asciiTheme="majorHAnsi" w:eastAsiaTheme="majorEastAsia" w:hAnsiTheme="majorHAnsi" w:cstheme="majorBidi"/>
      <w:i/>
      <w:iCs/>
      <w:color w:val="404040" w:themeColor="text1" w:themeTint="BF"/>
      <w:sz w:val="20"/>
      <w:szCs w:val="20"/>
    </w:rPr>
  </w:style>
  <w:style w:type="paragraph" w:styleId="Caption">
    <w:name w:val="caption"/>
    <w:basedOn w:val="Normal"/>
    <w:next w:val="Normal"/>
    <w:uiPriority w:val="35"/>
    <w:semiHidden/>
    <w:unhideWhenUsed/>
    <w:qFormat/>
    <w:rsid w:val="00FC693F"/>
    <w:pPr>
      <w:spacing w:line="240" w:lineRule="auto"/>
    </w:pPr>
    <w:rPr>
      <w:b/>
      <w:bCs/>
      <w:color w:val="4F81BD" w:themeColor="accent1"/>
      <w:sz w:val="18"/>
      <w:szCs w:val="18"/>
    </w:rPr>
  </w:style>
  <w:style w:type="character" w:styleId="Strong">
    <w:name w:val="Strong"/>
    <w:basedOn w:val="DefaultParagraphFont"/>
    <w:uiPriority w:val="22"/>
    <w:qFormat/>
    <w:rsid w:val="00FC693F"/>
    <w:rPr>
      <w:b/>
      <w:bCs/>
    </w:rPr>
  </w:style>
  <w:style w:type="character" w:styleId="Emphasis">
    <w:name w:val="Emphasis"/>
    <w:basedOn w:val="DefaultParagraphFont"/>
    <w:uiPriority w:val="20"/>
    <w:qFormat/>
    <w:rsid w:val="00FC693F"/>
    <w:rPr>
      <w:i/>
      <w:iCs/>
    </w:rPr>
  </w:style>
  <w:style w:type="paragraph" w:styleId="IntenseQuote">
    <w:name w:val="Intense Quote"/>
    <w:basedOn w:val="Normal"/>
    <w:next w:val="Normal"/>
    <w:link w:val="IntenseQuoteChar"/>
    <w:uiPriority w:val="30"/>
    <w:qFormat/>
    <w:rsid w:val="00FC693F"/>
    <w:pPr>
      <w:pBdr>
        <w:bottom w:val="single" w:sz="4" w:space="4" w:color="4F81BD" w:themeColor="accent1"/>
      </w:pBdr>
      <w:spacing w:before="200" w:after="280"/>
      <w:ind w:left="936" w:right="936"/>
    </w:pPr>
    <w:rPr>
      <w:b/>
      <w:bCs/>
      <w:i/>
      <w:iCs/>
      <w:color w:val="4F81BD" w:themeColor="accent1"/>
    </w:rPr>
  </w:style>
  <w:style w:type="character" w:customStyle="1" w:styleId="IntenseQuoteChar">
    <w:name w:val="Intense Quote Char"/>
    <w:basedOn w:val="DefaultParagraphFont"/>
    <w:link w:val="IntenseQuote"/>
    <w:uiPriority w:val="30"/>
    <w:rsid w:val="00FC693F"/>
    <w:rPr>
      <w:b/>
      <w:bCs/>
      <w:i/>
      <w:iCs/>
      <w:color w:val="4F81BD" w:themeColor="accent1"/>
    </w:rPr>
  </w:style>
  <w:style w:type="character" w:styleId="SubtleEmphasis">
    <w:name w:val="Subtle Emphasis"/>
    <w:basedOn w:val="DefaultParagraphFont"/>
    <w:uiPriority w:val="19"/>
    <w:qFormat/>
    <w:rsid w:val="00FC693F"/>
    <w:rPr>
      <w:i/>
      <w:iCs/>
      <w:color w:val="808080" w:themeColor="text1" w:themeTint="7F"/>
    </w:rPr>
  </w:style>
  <w:style w:type="character" w:styleId="IntenseEmphasis">
    <w:name w:val="Intense Emphasis"/>
    <w:basedOn w:val="DefaultParagraphFont"/>
    <w:uiPriority w:val="21"/>
    <w:qFormat/>
    <w:rsid w:val="00FC693F"/>
    <w:rPr>
      <w:b/>
      <w:bCs/>
      <w:i/>
      <w:iCs/>
      <w:color w:val="4F81BD" w:themeColor="accent1"/>
    </w:rPr>
  </w:style>
  <w:style w:type="character" w:styleId="SubtleReference">
    <w:name w:val="Subtle Reference"/>
    <w:basedOn w:val="DefaultParagraphFont"/>
    <w:uiPriority w:val="31"/>
    <w:qFormat/>
    <w:rsid w:val="00FC693F"/>
    <w:rPr>
      <w:smallCaps/>
      <w:color w:val="C0504D" w:themeColor="accent2"/>
      <w:u w:val="single"/>
    </w:rPr>
  </w:style>
  <w:style w:type="character" w:styleId="IntenseReference">
    <w:name w:val="Intense Reference"/>
    <w:basedOn w:val="DefaultParagraphFont"/>
    <w:uiPriority w:val="32"/>
    <w:qFormat/>
    <w:rsid w:val="00FC693F"/>
    <w:rPr>
      <w:b/>
      <w:bCs/>
      <w:smallCaps/>
      <w:color w:val="C0504D" w:themeColor="accent2"/>
      <w:spacing w:val="5"/>
      <w:u w:val="single"/>
    </w:rPr>
  </w:style>
  <w:style w:type="character" w:styleId="BookTitle">
    <w:name w:val="Book Title"/>
    <w:basedOn w:val="DefaultParagraphFont"/>
    <w:uiPriority w:val="33"/>
    <w:qFormat/>
    <w:rsid w:val="00FC693F"/>
    <w:rPr>
      <w:b/>
      <w:bCs/>
      <w:smallCaps/>
      <w:spacing w:val="5"/>
    </w:rPr>
  </w:style>
  <w:style w:type="paragraph" w:styleId="TOCHeading">
    <w:name w:val="TOC Heading"/>
    <w:basedOn w:val="Heading1"/>
    <w:next w:val="Normal"/>
    <w:uiPriority w:val="39"/>
    <w:semiHidden/>
    <w:unhideWhenUsed/>
    <w:qFormat/>
    <w:rsid w:val="00FC693F"/>
    <w:pPr>
      <w:outlineLvl w:val="9"/>
    </w:pPr>
  </w:style>
  <w:style w:type="table" w:styleId="TableGrid">
    <w:name w:val="Table Grid"/>
    <w:basedOn w:val="TableNormal"/>
    <w:uiPriority w:val="59"/>
    <w:rsid w:val="00FC693F"/>
    <w:pPr>
      <w:spacing w:after="0" w:line="240" w:lineRule="auto"/>
    </w:pPr>
    <w:tblPr>
      <w:tblInd w:w="0" w:type="dxa"/>
      <w:tblBorders>
        <w:top w:val="single" w:sz="4" w:space="0" w:color="auto"/>
        <w:left w:val="single" w:sz="4" w:space="0" w:color="auto"/>
        <w:bottom w:val="single" w:sz="4" w:space="0" w:color="auto"/>
        <w:right w:val="single" w:sz="4" w:space="0" w:color="auto"/>
        <w:insideH w:val="single" w:sz="4" w:space="0" w:color="auto"/>
        <w:insideV w:val="single" w:sz="4" w:space="0" w:color="auto"/>
      </w:tblBorders>
      <w:tblCellMar>
        <w:top w:w="0" w:type="dxa"/>
        <w:left w:w="108" w:type="dxa"/>
        <w:bottom w:w="0" w:type="dxa"/>
        <w:right w:w="108" w:type="dxa"/>
      </w:tblCellMar>
    </w:tblPr>
  </w:style>
  <w:style w:type="table" w:styleId="LightShading">
    <w:name w:val="Light Shading"/>
    <w:basedOn w:val="TableNormal"/>
    <w:uiPriority w:val="60"/>
    <w:rsid w:val="00FC693F"/>
    <w:pPr>
      <w:spacing w:after="0" w:line="240" w:lineRule="auto"/>
    </w:pPr>
    <w:rPr>
      <w:color w:val="000000" w:themeColor="text1" w:themeShade="BF"/>
    </w:rPr>
    <w:tblPr>
      <w:tblStyleRowBandSize w:val="1"/>
      <w:tblStyleColBandSize w:val="1"/>
      <w:tblInd w:w="0" w:type="dxa"/>
      <w:tblBorders>
        <w:top w:val="single" w:sz="8" w:space="0" w:color="000000" w:themeColor="text1"/>
        <w:bottom w:val="single" w:sz="8" w:space="0" w:color="000000" w:themeColor="text1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</w:rPr>
      <w:tblPr/>
      <w:tcPr>
        <w:tcBorders>
          <w:top w:val="single" w:sz="8" w:space="0" w:color="000000" w:themeColor="text1"/>
          <w:left w:val="nil"/>
          <w:bottom w:val="single" w:sz="8" w:space="0" w:color="000000" w:themeColor="text1"/>
          <w:right w:val="nil"/>
          <w:insideH w:val="nil"/>
          <w:insideV w:val="nil"/>
        </w:tcBorders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single" w:sz="8" w:space="0" w:color="000000" w:themeColor="text1"/>
          <w:left w:val="nil"/>
          <w:bottom w:val="single" w:sz="8" w:space="0" w:color="000000" w:themeColor="text1"/>
          <w:right w:val="nil"/>
          <w:insideH w:val="nil"/>
          <w:insideV w:val="nil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C0C0C0" w:themeFill="text1" w:themeFillTint="3F"/>
      </w:tcPr>
    </w:tblStylePr>
    <w:tblStylePr w:type="band1Horz">
      <w:tblPr/>
      <w:tcPr>
        <w:tcBorders>
          <w:left w:val="nil"/>
          <w:right w:val="nil"/>
          <w:insideH w:val="nil"/>
          <w:insideV w:val="nil"/>
        </w:tcBorders>
        <w:shd w:val="clear" w:color="auto" w:fill="C0C0C0" w:themeFill="text1" w:themeFillTint="3F"/>
      </w:tcPr>
    </w:tblStylePr>
  </w:style>
  <w:style w:type="table" w:styleId="LightShading-Accent1">
    <w:name w:val="Light Shading Accent 1"/>
    <w:basedOn w:val="TableNormal"/>
    <w:uiPriority w:val="60"/>
    <w:rsid w:val="00FC693F"/>
    <w:pPr>
      <w:spacing w:after="0" w:line="240" w:lineRule="auto"/>
    </w:pPr>
    <w:rPr>
      <w:color w:val="365F91" w:themeColor="accent1" w:themeShade="BF"/>
    </w:rPr>
    <w:tblPr>
      <w:tblStyleRowBandSize w:val="1"/>
      <w:tblStyleColBandSize w:val="1"/>
      <w:tblInd w:w="0" w:type="dxa"/>
      <w:tblBorders>
        <w:top w:val="single" w:sz="8" w:space="0" w:color="4F81BD" w:themeColor="accent1"/>
        <w:bottom w:val="single" w:sz="8" w:space="0" w:color="4F81BD" w:themeColor="accent1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</w:rPr>
      <w:tblPr/>
      <w:tcPr>
        <w:tcBorders>
          <w:top w:val="single" w:sz="8" w:space="0" w:color="4F81BD" w:themeColor="accent1"/>
          <w:left w:val="nil"/>
          <w:bottom w:val="single" w:sz="8" w:space="0" w:color="4F81BD" w:themeColor="accent1"/>
          <w:right w:val="nil"/>
          <w:insideH w:val="nil"/>
          <w:insideV w:val="nil"/>
        </w:tcBorders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single" w:sz="8" w:space="0" w:color="4F81BD" w:themeColor="accent1"/>
          <w:left w:val="nil"/>
          <w:bottom w:val="single" w:sz="8" w:space="0" w:color="4F81BD" w:themeColor="accent1"/>
          <w:right w:val="nil"/>
          <w:insideH w:val="nil"/>
          <w:insideV w:val="nil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D3DFEE" w:themeFill="accent1" w:themeFillTint="3F"/>
      </w:tcPr>
    </w:tblStylePr>
    <w:tblStylePr w:type="band1Horz">
      <w:tblPr/>
      <w:tcPr>
        <w:tcBorders>
          <w:left w:val="nil"/>
          <w:right w:val="nil"/>
          <w:insideH w:val="nil"/>
          <w:insideV w:val="nil"/>
        </w:tcBorders>
        <w:shd w:val="clear" w:color="auto" w:fill="D3DFEE" w:themeFill="accent1" w:themeFillTint="3F"/>
      </w:tcPr>
    </w:tblStylePr>
  </w:style>
  <w:style w:type="table" w:styleId="LightShading-Accent2">
    <w:name w:val="Light Shading Accent 2"/>
    <w:basedOn w:val="TableNormal"/>
    <w:uiPriority w:val="60"/>
    <w:rsid w:val="00FC693F"/>
    <w:pPr>
      <w:spacing w:after="0" w:line="240" w:lineRule="auto"/>
    </w:pPr>
    <w:rPr>
      <w:color w:val="943634" w:themeColor="accent2" w:themeShade="BF"/>
    </w:rPr>
    <w:tblPr>
      <w:tblStyleRowBandSize w:val="1"/>
      <w:tblStyleColBandSize w:val="1"/>
      <w:tblInd w:w="0" w:type="dxa"/>
      <w:tblBorders>
        <w:top w:val="single" w:sz="8" w:space="0" w:color="C0504D" w:themeColor="accent2"/>
        <w:bottom w:val="single" w:sz="8" w:space="0" w:color="C0504D" w:themeColor="accent2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</w:rPr>
      <w:tblPr/>
      <w:tcPr>
        <w:tcBorders>
          <w:top w:val="single" w:sz="8" w:space="0" w:color="C0504D" w:themeColor="accent2"/>
          <w:left w:val="nil"/>
          <w:bottom w:val="single" w:sz="8" w:space="0" w:color="C0504D" w:themeColor="accent2"/>
          <w:right w:val="nil"/>
          <w:insideH w:val="nil"/>
          <w:insideV w:val="nil"/>
        </w:tcBorders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single" w:sz="8" w:space="0" w:color="C0504D" w:themeColor="accent2"/>
          <w:left w:val="nil"/>
          <w:bottom w:val="single" w:sz="8" w:space="0" w:color="C0504D" w:themeColor="accent2"/>
          <w:right w:val="nil"/>
          <w:insideH w:val="nil"/>
          <w:insideV w:val="nil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EFD3D2" w:themeFill="accent2" w:themeFillTint="3F"/>
      </w:tcPr>
    </w:tblStylePr>
    <w:tblStylePr w:type="band1Horz">
      <w:tblPr/>
      <w:tcPr>
        <w:tcBorders>
          <w:left w:val="nil"/>
          <w:right w:val="nil"/>
          <w:insideH w:val="nil"/>
          <w:insideV w:val="nil"/>
        </w:tcBorders>
        <w:shd w:val="clear" w:color="auto" w:fill="EFD3D2" w:themeFill="accent2" w:themeFillTint="3F"/>
      </w:tcPr>
    </w:tblStylePr>
  </w:style>
  <w:style w:type="table" w:styleId="LightShading-Accent3">
    <w:name w:val="Light Shading Accent 3"/>
    <w:basedOn w:val="TableNormal"/>
    <w:uiPriority w:val="60"/>
    <w:rsid w:val="00FC693F"/>
    <w:pPr>
      <w:spacing w:after="0" w:line="240" w:lineRule="auto"/>
    </w:pPr>
    <w:rPr>
      <w:color w:val="76923C" w:themeColor="accent3" w:themeShade="BF"/>
    </w:rPr>
    <w:tblPr>
      <w:tblStyleRowBandSize w:val="1"/>
      <w:tblStyleColBandSize w:val="1"/>
      <w:tblInd w:w="0" w:type="dxa"/>
      <w:tblBorders>
        <w:top w:val="single" w:sz="8" w:space="0" w:color="9BBB59" w:themeColor="accent3"/>
        <w:bottom w:val="single" w:sz="8" w:space="0" w:color="9BBB59" w:themeColor="accent3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</w:rPr>
      <w:tblPr/>
      <w:tcPr>
        <w:tcBorders>
          <w:top w:val="single" w:sz="8" w:space="0" w:color="9BBB59" w:themeColor="accent3"/>
          <w:left w:val="nil"/>
          <w:bottom w:val="single" w:sz="8" w:space="0" w:color="9BBB59" w:themeColor="accent3"/>
          <w:right w:val="nil"/>
          <w:insideH w:val="nil"/>
          <w:insideV w:val="nil"/>
        </w:tcBorders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single" w:sz="8" w:space="0" w:color="9BBB59" w:themeColor="accent3"/>
          <w:left w:val="nil"/>
          <w:bottom w:val="single" w:sz="8" w:space="0" w:color="9BBB59" w:themeColor="accent3"/>
          <w:right w:val="nil"/>
          <w:insideH w:val="nil"/>
          <w:insideV w:val="nil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E6EED5" w:themeFill="accent3" w:themeFillTint="3F"/>
      </w:tcPr>
    </w:tblStylePr>
    <w:tblStylePr w:type="band1Horz">
      <w:tblPr/>
      <w:tcPr>
        <w:tcBorders>
          <w:left w:val="nil"/>
          <w:right w:val="nil"/>
          <w:insideH w:val="nil"/>
          <w:insideV w:val="nil"/>
        </w:tcBorders>
        <w:shd w:val="clear" w:color="auto" w:fill="E6EED5" w:themeFill="accent3" w:themeFillTint="3F"/>
      </w:tcPr>
    </w:tblStylePr>
  </w:style>
  <w:style w:type="table" w:styleId="LightShading-Accent4">
    <w:name w:val="Light Shading Accent 4"/>
    <w:basedOn w:val="TableNormal"/>
    <w:uiPriority w:val="60"/>
    <w:rsid w:val="00FC693F"/>
    <w:pPr>
      <w:spacing w:after="0" w:line="240" w:lineRule="auto"/>
    </w:pPr>
    <w:rPr>
      <w:color w:val="5F497A" w:themeColor="accent4" w:themeShade="BF"/>
    </w:rPr>
    <w:tblPr>
      <w:tblStyleRowBandSize w:val="1"/>
      <w:tblStyleColBandSize w:val="1"/>
      <w:tblInd w:w="0" w:type="dxa"/>
      <w:tblBorders>
        <w:top w:val="single" w:sz="8" w:space="0" w:color="8064A2" w:themeColor="accent4"/>
        <w:bottom w:val="single" w:sz="8" w:space="0" w:color="8064A2" w:themeColor="accent4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</w:rPr>
      <w:tblPr/>
      <w:tcPr>
        <w:tcBorders>
          <w:top w:val="single" w:sz="8" w:space="0" w:color="8064A2" w:themeColor="accent4"/>
          <w:left w:val="nil"/>
          <w:bottom w:val="single" w:sz="8" w:space="0" w:color="8064A2" w:themeColor="accent4"/>
          <w:right w:val="nil"/>
          <w:insideH w:val="nil"/>
          <w:insideV w:val="nil"/>
        </w:tcBorders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single" w:sz="8" w:space="0" w:color="8064A2" w:themeColor="accent4"/>
          <w:left w:val="nil"/>
          <w:bottom w:val="single" w:sz="8" w:space="0" w:color="8064A2" w:themeColor="accent4"/>
          <w:right w:val="nil"/>
          <w:insideH w:val="nil"/>
          <w:insideV w:val="nil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DFD8E8" w:themeFill="accent4" w:themeFillTint="3F"/>
      </w:tcPr>
    </w:tblStylePr>
    <w:tblStylePr w:type="band1Horz">
      <w:tblPr/>
      <w:tcPr>
        <w:tcBorders>
          <w:left w:val="nil"/>
          <w:right w:val="nil"/>
          <w:insideH w:val="nil"/>
          <w:insideV w:val="nil"/>
        </w:tcBorders>
        <w:shd w:val="clear" w:color="auto" w:fill="DFD8E8" w:themeFill="accent4" w:themeFillTint="3F"/>
      </w:tcPr>
    </w:tblStylePr>
  </w:style>
  <w:style w:type="table" w:styleId="LightShading-Accent5">
    <w:name w:val="Light Shading Accent 5"/>
    <w:basedOn w:val="TableNormal"/>
    <w:uiPriority w:val="60"/>
    <w:rsid w:val="00FC693F"/>
    <w:pPr>
      <w:spacing w:after="0" w:line="240" w:lineRule="auto"/>
    </w:pPr>
    <w:rPr>
      <w:color w:val="31849B" w:themeColor="accent5" w:themeShade="BF"/>
    </w:rPr>
    <w:tblPr>
      <w:tblStyleRowBandSize w:val="1"/>
      <w:tblStyleColBandSize w:val="1"/>
      <w:tblInd w:w="0" w:type="dxa"/>
      <w:tblBorders>
        <w:top w:val="single" w:sz="8" w:space="0" w:color="4BACC6" w:themeColor="accent5"/>
        <w:bottom w:val="single" w:sz="8" w:space="0" w:color="4BACC6" w:themeColor="accent5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</w:rPr>
      <w:tblPr/>
      <w:tcPr>
        <w:tcBorders>
          <w:top w:val="single" w:sz="8" w:space="0" w:color="4BACC6" w:themeColor="accent5"/>
          <w:left w:val="nil"/>
          <w:bottom w:val="single" w:sz="8" w:space="0" w:color="4BACC6" w:themeColor="accent5"/>
          <w:right w:val="nil"/>
          <w:insideH w:val="nil"/>
          <w:insideV w:val="nil"/>
        </w:tcBorders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single" w:sz="8" w:space="0" w:color="4BACC6" w:themeColor="accent5"/>
          <w:left w:val="nil"/>
          <w:bottom w:val="single" w:sz="8" w:space="0" w:color="4BACC6" w:themeColor="accent5"/>
          <w:right w:val="nil"/>
          <w:insideH w:val="nil"/>
          <w:insideV w:val="nil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D2EAF1" w:themeFill="accent5" w:themeFillTint="3F"/>
      </w:tcPr>
    </w:tblStylePr>
    <w:tblStylePr w:type="band1Horz">
      <w:tblPr/>
      <w:tcPr>
        <w:tcBorders>
          <w:left w:val="nil"/>
          <w:right w:val="nil"/>
          <w:insideH w:val="nil"/>
          <w:insideV w:val="nil"/>
        </w:tcBorders>
        <w:shd w:val="clear" w:color="auto" w:fill="D2EAF1" w:themeFill="accent5" w:themeFillTint="3F"/>
      </w:tcPr>
    </w:tblStylePr>
  </w:style>
  <w:style w:type="table" w:styleId="LightShading-Accent6">
    <w:name w:val="Light Shading Accent 6"/>
    <w:basedOn w:val="TableNormal"/>
    <w:uiPriority w:val="60"/>
    <w:rsid w:val="00FC693F"/>
    <w:pPr>
      <w:spacing w:after="0" w:line="240" w:lineRule="auto"/>
    </w:pPr>
    <w:rPr>
      <w:color w:val="E36C0A" w:themeColor="accent6" w:themeShade="BF"/>
    </w:rPr>
    <w:tblPr>
      <w:tblStyleRowBandSize w:val="1"/>
      <w:tblStyleColBandSize w:val="1"/>
      <w:tblInd w:w="0" w:type="dxa"/>
      <w:tblBorders>
        <w:top w:val="single" w:sz="8" w:space="0" w:color="F79646" w:themeColor="accent6"/>
        <w:bottom w:val="single" w:sz="8" w:space="0" w:color="F79646" w:themeColor="accent6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</w:rPr>
      <w:tblPr/>
      <w:tcPr>
        <w:tcBorders>
          <w:top w:val="single" w:sz="8" w:space="0" w:color="F79646" w:themeColor="accent6"/>
          <w:left w:val="nil"/>
          <w:bottom w:val="single" w:sz="8" w:space="0" w:color="F79646" w:themeColor="accent6"/>
          <w:right w:val="nil"/>
          <w:insideH w:val="nil"/>
          <w:insideV w:val="nil"/>
        </w:tcBorders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single" w:sz="8" w:space="0" w:color="F79646" w:themeColor="accent6"/>
          <w:left w:val="nil"/>
          <w:bottom w:val="single" w:sz="8" w:space="0" w:color="F79646" w:themeColor="accent6"/>
          <w:right w:val="nil"/>
          <w:insideH w:val="nil"/>
          <w:insideV w:val="nil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FDE4D0" w:themeFill="accent6" w:themeFillTint="3F"/>
      </w:tcPr>
    </w:tblStylePr>
    <w:tblStylePr w:type="band1Horz">
      <w:tblPr/>
      <w:tcPr>
        <w:tcBorders>
          <w:left w:val="nil"/>
          <w:right w:val="nil"/>
          <w:insideH w:val="nil"/>
          <w:insideV w:val="nil"/>
        </w:tcBorders>
        <w:shd w:val="clear" w:color="auto" w:fill="FDE4D0" w:themeFill="accent6" w:themeFillTint="3F"/>
      </w:tcPr>
    </w:tblStylePr>
  </w:style>
  <w:style w:type="table" w:styleId="LightList">
    <w:name w:val="Light List"/>
    <w:basedOn w:val="TableNormal"/>
    <w:uiPriority w:val="61"/>
    <w:rsid w:val="00FC693F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000000" w:themeColor="text1"/>
        <w:left w:val="single" w:sz="8" w:space="0" w:color="000000" w:themeColor="text1"/>
        <w:bottom w:val="single" w:sz="8" w:space="0" w:color="000000" w:themeColor="text1"/>
        <w:right w:val="single" w:sz="8" w:space="0" w:color="000000" w:themeColor="text1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shd w:val="clear" w:color="auto" w:fill="000000" w:themeFill="text1"/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double" w:sz="6" w:space="0" w:color="000000" w:themeColor="text1"/>
          <w:left w:val="single" w:sz="8" w:space="0" w:color="000000" w:themeColor="text1"/>
          <w:bottom w:val="single" w:sz="8" w:space="0" w:color="000000" w:themeColor="text1"/>
          <w:right w:val="single" w:sz="8" w:space="0" w:color="000000" w:themeColor="text1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top w:val="single" w:sz="8" w:space="0" w:color="000000" w:themeColor="text1"/>
          <w:left w:val="single" w:sz="8" w:space="0" w:color="000000" w:themeColor="text1"/>
          <w:bottom w:val="single" w:sz="8" w:space="0" w:color="000000" w:themeColor="text1"/>
          <w:right w:val="single" w:sz="8" w:space="0" w:color="000000" w:themeColor="text1"/>
        </w:tcBorders>
      </w:tcPr>
    </w:tblStylePr>
    <w:tblStylePr w:type="band1Horz">
      <w:tblPr/>
      <w:tcPr>
        <w:tcBorders>
          <w:top w:val="single" w:sz="8" w:space="0" w:color="000000" w:themeColor="text1"/>
          <w:left w:val="single" w:sz="8" w:space="0" w:color="000000" w:themeColor="text1"/>
          <w:bottom w:val="single" w:sz="8" w:space="0" w:color="000000" w:themeColor="text1"/>
          <w:right w:val="single" w:sz="8" w:space="0" w:color="000000" w:themeColor="text1"/>
        </w:tcBorders>
      </w:tcPr>
    </w:tblStylePr>
  </w:style>
  <w:style w:type="table" w:styleId="LightList-Accent1">
    <w:name w:val="Light List Accent 1"/>
    <w:basedOn w:val="TableNormal"/>
    <w:uiPriority w:val="61"/>
    <w:rsid w:val="00FC693F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4F81BD" w:themeColor="accent1"/>
        <w:left w:val="single" w:sz="8" w:space="0" w:color="4F81BD" w:themeColor="accent1"/>
        <w:bottom w:val="single" w:sz="8" w:space="0" w:color="4F81BD" w:themeColor="accent1"/>
        <w:right w:val="single" w:sz="8" w:space="0" w:color="4F81BD" w:themeColor="accent1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shd w:val="clear" w:color="auto" w:fill="4F81BD" w:themeFill="accent1"/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double" w:sz="6" w:space="0" w:color="4F81BD" w:themeColor="accent1"/>
          <w:left w:val="single" w:sz="8" w:space="0" w:color="4F81BD" w:themeColor="accent1"/>
          <w:bottom w:val="single" w:sz="8" w:space="0" w:color="4F81BD" w:themeColor="accent1"/>
          <w:right w:val="single" w:sz="8" w:space="0" w:color="4F81BD" w:themeColor="accent1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top w:val="single" w:sz="8" w:space="0" w:color="4F81BD" w:themeColor="accent1"/>
          <w:left w:val="single" w:sz="8" w:space="0" w:color="4F81BD" w:themeColor="accent1"/>
          <w:bottom w:val="single" w:sz="8" w:space="0" w:color="4F81BD" w:themeColor="accent1"/>
          <w:right w:val="single" w:sz="8" w:space="0" w:color="4F81BD" w:themeColor="accent1"/>
        </w:tcBorders>
      </w:tcPr>
    </w:tblStylePr>
    <w:tblStylePr w:type="band1Horz">
      <w:tblPr/>
      <w:tcPr>
        <w:tcBorders>
          <w:top w:val="single" w:sz="8" w:space="0" w:color="4F81BD" w:themeColor="accent1"/>
          <w:left w:val="single" w:sz="8" w:space="0" w:color="4F81BD" w:themeColor="accent1"/>
          <w:bottom w:val="single" w:sz="8" w:space="0" w:color="4F81BD" w:themeColor="accent1"/>
          <w:right w:val="single" w:sz="8" w:space="0" w:color="4F81BD" w:themeColor="accent1"/>
        </w:tcBorders>
      </w:tcPr>
    </w:tblStylePr>
  </w:style>
  <w:style w:type="table" w:styleId="LightList-Accent2">
    <w:name w:val="Light List Accent 2"/>
    <w:basedOn w:val="TableNormal"/>
    <w:uiPriority w:val="61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C0504D" w:themeColor="accent2"/>
        <w:left w:val="single" w:sz="8" w:space="0" w:color="C0504D" w:themeColor="accent2"/>
        <w:bottom w:val="single" w:sz="8" w:space="0" w:color="C0504D" w:themeColor="accent2"/>
        <w:right w:val="single" w:sz="8" w:space="0" w:color="C0504D" w:themeColor="accent2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shd w:val="clear" w:color="auto" w:fill="C0504D" w:themeFill="accent2"/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double" w:sz="6" w:space="0" w:color="C0504D" w:themeColor="accent2"/>
          <w:left w:val="single" w:sz="8" w:space="0" w:color="C0504D" w:themeColor="accent2"/>
          <w:bottom w:val="single" w:sz="8" w:space="0" w:color="C0504D" w:themeColor="accent2"/>
          <w:right w:val="single" w:sz="8" w:space="0" w:color="C0504D" w:themeColor="accent2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top w:val="single" w:sz="8" w:space="0" w:color="C0504D" w:themeColor="accent2"/>
          <w:left w:val="single" w:sz="8" w:space="0" w:color="C0504D" w:themeColor="accent2"/>
          <w:bottom w:val="single" w:sz="8" w:space="0" w:color="C0504D" w:themeColor="accent2"/>
          <w:right w:val="single" w:sz="8" w:space="0" w:color="C0504D" w:themeColor="accent2"/>
        </w:tcBorders>
      </w:tcPr>
    </w:tblStylePr>
    <w:tblStylePr w:type="band1Horz">
      <w:tblPr/>
      <w:tcPr>
        <w:tcBorders>
          <w:top w:val="single" w:sz="8" w:space="0" w:color="C0504D" w:themeColor="accent2"/>
          <w:left w:val="single" w:sz="8" w:space="0" w:color="C0504D" w:themeColor="accent2"/>
          <w:bottom w:val="single" w:sz="8" w:space="0" w:color="C0504D" w:themeColor="accent2"/>
          <w:right w:val="single" w:sz="8" w:space="0" w:color="C0504D" w:themeColor="accent2"/>
        </w:tcBorders>
      </w:tcPr>
    </w:tblStylePr>
  </w:style>
  <w:style w:type="table" w:styleId="LightList-Accent3">
    <w:name w:val="Light List Accent 3"/>
    <w:basedOn w:val="TableNormal"/>
    <w:uiPriority w:val="61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9BBB59" w:themeColor="accent3"/>
        <w:left w:val="single" w:sz="8" w:space="0" w:color="9BBB59" w:themeColor="accent3"/>
        <w:bottom w:val="single" w:sz="8" w:space="0" w:color="9BBB59" w:themeColor="accent3"/>
        <w:right w:val="single" w:sz="8" w:space="0" w:color="9BBB59" w:themeColor="accent3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shd w:val="clear" w:color="auto" w:fill="9BBB59" w:themeFill="accent3"/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double" w:sz="6" w:space="0" w:color="9BBB59" w:themeColor="accent3"/>
          <w:left w:val="single" w:sz="8" w:space="0" w:color="9BBB59" w:themeColor="accent3"/>
          <w:bottom w:val="single" w:sz="8" w:space="0" w:color="9BBB59" w:themeColor="accent3"/>
          <w:right w:val="single" w:sz="8" w:space="0" w:color="9BBB59" w:themeColor="accent3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top w:val="single" w:sz="8" w:space="0" w:color="9BBB59" w:themeColor="accent3"/>
          <w:left w:val="single" w:sz="8" w:space="0" w:color="9BBB59" w:themeColor="accent3"/>
          <w:bottom w:val="single" w:sz="8" w:space="0" w:color="9BBB59" w:themeColor="accent3"/>
          <w:right w:val="single" w:sz="8" w:space="0" w:color="9BBB59" w:themeColor="accent3"/>
        </w:tcBorders>
      </w:tcPr>
    </w:tblStylePr>
    <w:tblStylePr w:type="band1Horz">
      <w:tblPr/>
      <w:tcPr>
        <w:tcBorders>
          <w:top w:val="single" w:sz="8" w:space="0" w:color="9BBB59" w:themeColor="accent3"/>
          <w:left w:val="single" w:sz="8" w:space="0" w:color="9BBB59" w:themeColor="accent3"/>
          <w:bottom w:val="single" w:sz="8" w:space="0" w:color="9BBB59" w:themeColor="accent3"/>
          <w:right w:val="single" w:sz="8" w:space="0" w:color="9BBB59" w:themeColor="accent3"/>
        </w:tcBorders>
      </w:tcPr>
    </w:tblStylePr>
  </w:style>
  <w:style w:type="table" w:styleId="LightList-Accent4">
    <w:name w:val="Light List Accent 4"/>
    <w:basedOn w:val="TableNormal"/>
    <w:uiPriority w:val="61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8064A2" w:themeColor="accent4"/>
        <w:left w:val="single" w:sz="8" w:space="0" w:color="8064A2" w:themeColor="accent4"/>
        <w:bottom w:val="single" w:sz="8" w:space="0" w:color="8064A2" w:themeColor="accent4"/>
        <w:right w:val="single" w:sz="8" w:space="0" w:color="8064A2" w:themeColor="accent4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shd w:val="clear" w:color="auto" w:fill="8064A2" w:themeFill="accent4"/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double" w:sz="6" w:space="0" w:color="8064A2" w:themeColor="accent4"/>
          <w:left w:val="single" w:sz="8" w:space="0" w:color="8064A2" w:themeColor="accent4"/>
          <w:bottom w:val="single" w:sz="8" w:space="0" w:color="8064A2" w:themeColor="accent4"/>
          <w:right w:val="single" w:sz="8" w:space="0" w:color="8064A2" w:themeColor="accent4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top w:val="single" w:sz="8" w:space="0" w:color="8064A2" w:themeColor="accent4"/>
          <w:left w:val="single" w:sz="8" w:space="0" w:color="8064A2" w:themeColor="accent4"/>
          <w:bottom w:val="single" w:sz="8" w:space="0" w:color="8064A2" w:themeColor="accent4"/>
          <w:right w:val="single" w:sz="8" w:space="0" w:color="8064A2" w:themeColor="accent4"/>
        </w:tcBorders>
      </w:tcPr>
    </w:tblStylePr>
    <w:tblStylePr w:type="band1Horz">
      <w:tblPr/>
      <w:tcPr>
        <w:tcBorders>
          <w:top w:val="single" w:sz="8" w:space="0" w:color="8064A2" w:themeColor="accent4"/>
          <w:left w:val="single" w:sz="8" w:space="0" w:color="8064A2" w:themeColor="accent4"/>
          <w:bottom w:val="single" w:sz="8" w:space="0" w:color="8064A2" w:themeColor="accent4"/>
          <w:right w:val="single" w:sz="8" w:space="0" w:color="8064A2" w:themeColor="accent4"/>
        </w:tcBorders>
      </w:tcPr>
    </w:tblStylePr>
  </w:style>
  <w:style w:type="table" w:styleId="LightList-Accent5">
    <w:name w:val="Light List Accent 5"/>
    <w:basedOn w:val="TableNormal"/>
    <w:uiPriority w:val="61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4BACC6" w:themeColor="accent5"/>
        <w:left w:val="single" w:sz="8" w:space="0" w:color="4BACC6" w:themeColor="accent5"/>
        <w:bottom w:val="single" w:sz="8" w:space="0" w:color="4BACC6" w:themeColor="accent5"/>
        <w:right w:val="single" w:sz="8" w:space="0" w:color="4BACC6" w:themeColor="accent5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shd w:val="clear" w:color="auto" w:fill="4BACC6" w:themeFill="accent5"/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double" w:sz="6" w:space="0" w:color="4BACC6" w:themeColor="accent5"/>
          <w:left w:val="single" w:sz="8" w:space="0" w:color="4BACC6" w:themeColor="accent5"/>
          <w:bottom w:val="single" w:sz="8" w:space="0" w:color="4BACC6" w:themeColor="accent5"/>
          <w:right w:val="single" w:sz="8" w:space="0" w:color="4BACC6" w:themeColor="accent5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top w:val="single" w:sz="8" w:space="0" w:color="4BACC6" w:themeColor="accent5"/>
          <w:left w:val="single" w:sz="8" w:space="0" w:color="4BACC6" w:themeColor="accent5"/>
          <w:bottom w:val="single" w:sz="8" w:space="0" w:color="4BACC6" w:themeColor="accent5"/>
          <w:right w:val="single" w:sz="8" w:space="0" w:color="4BACC6" w:themeColor="accent5"/>
        </w:tcBorders>
      </w:tcPr>
    </w:tblStylePr>
    <w:tblStylePr w:type="band1Horz">
      <w:tblPr/>
      <w:tcPr>
        <w:tcBorders>
          <w:top w:val="single" w:sz="8" w:space="0" w:color="4BACC6" w:themeColor="accent5"/>
          <w:left w:val="single" w:sz="8" w:space="0" w:color="4BACC6" w:themeColor="accent5"/>
          <w:bottom w:val="single" w:sz="8" w:space="0" w:color="4BACC6" w:themeColor="accent5"/>
          <w:right w:val="single" w:sz="8" w:space="0" w:color="4BACC6" w:themeColor="accent5"/>
        </w:tcBorders>
      </w:tcPr>
    </w:tblStylePr>
  </w:style>
  <w:style w:type="table" w:styleId="LightList-Accent6">
    <w:name w:val="Light List Accent 6"/>
    <w:basedOn w:val="TableNormal"/>
    <w:uiPriority w:val="61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F79646" w:themeColor="accent6"/>
        <w:left w:val="single" w:sz="8" w:space="0" w:color="F79646" w:themeColor="accent6"/>
        <w:bottom w:val="single" w:sz="8" w:space="0" w:color="F79646" w:themeColor="accent6"/>
        <w:right w:val="single" w:sz="8" w:space="0" w:color="F79646" w:themeColor="accent6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shd w:val="clear" w:color="auto" w:fill="F79646" w:themeFill="accent6"/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double" w:sz="6" w:space="0" w:color="F79646" w:themeColor="accent6"/>
          <w:left w:val="single" w:sz="8" w:space="0" w:color="F79646" w:themeColor="accent6"/>
          <w:bottom w:val="single" w:sz="8" w:space="0" w:color="F79646" w:themeColor="accent6"/>
          <w:right w:val="single" w:sz="8" w:space="0" w:color="F79646" w:themeColor="accent6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top w:val="single" w:sz="8" w:space="0" w:color="F79646" w:themeColor="accent6"/>
          <w:left w:val="single" w:sz="8" w:space="0" w:color="F79646" w:themeColor="accent6"/>
          <w:bottom w:val="single" w:sz="8" w:space="0" w:color="F79646" w:themeColor="accent6"/>
          <w:right w:val="single" w:sz="8" w:space="0" w:color="F79646" w:themeColor="accent6"/>
        </w:tcBorders>
      </w:tcPr>
    </w:tblStylePr>
    <w:tblStylePr w:type="band1Horz">
      <w:tblPr/>
      <w:tcPr>
        <w:tcBorders>
          <w:top w:val="single" w:sz="8" w:space="0" w:color="F79646" w:themeColor="accent6"/>
          <w:left w:val="single" w:sz="8" w:space="0" w:color="F79646" w:themeColor="accent6"/>
          <w:bottom w:val="single" w:sz="8" w:space="0" w:color="F79646" w:themeColor="accent6"/>
          <w:right w:val="single" w:sz="8" w:space="0" w:color="F79646" w:themeColor="accent6"/>
        </w:tcBorders>
      </w:tcPr>
    </w:tblStylePr>
  </w:style>
  <w:style w:type="table" w:styleId="LightGrid">
    <w:name w:val="Light Grid"/>
    <w:basedOn w:val="TableNormal"/>
    <w:uiPriority w:val="62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000000" w:themeColor="text1"/>
        <w:left w:val="single" w:sz="8" w:space="0" w:color="000000" w:themeColor="text1"/>
        <w:bottom w:val="single" w:sz="8" w:space="0" w:color="000000" w:themeColor="text1"/>
        <w:right w:val="single" w:sz="8" w:space="0" w:color="000000" w:themeColor="text1"/>
        <w:insideH w:val="single" w:sz="8" w:space="0" w:color="000000" w:themeColor="text1"/>
        <w:insideV w:val="single" w:sz="8" w:space="0" w:color="000000" w:themeColor="text1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rFonts w:asciiTheme="majorHAnsi" w:eastAsiaTheme="majorEastAsia" w:hAnsiTheme="majorHAnsi" w:cstheme="majorBidi"/>
        <w:b/>
        <w:bCs/>
      </w:rPr>
      <w:tblPr/>
      <w:tcPr>
        <w:tcBorders>
          <w:top w:val="single" w:sz="8" w:space="0" w:color="000000" w:themeColor="text1"/>
          <w:left w:val="single" w:sz="8" w:space="0" w:color="000000" w:themeColor="text1"/>
          <w:bottom w:val="single" w:sz="18" w:space="0" w:color="000000" w:themeColor="text1"/>
          <w:right w:val="single" w:sz="8" w:space="0" w:color="000000" w:themeColor="text1"/>
          <w:insideH w:val="nil"/>
          <w:insideV w:val="single" w:sz="8" w:space="0" w:color="000000" w:themeColor="text1"/>
        </w:tcBorders>
      </w:tcPr>
    </w:tblStylePr>
    <w:tblStylePr w:type="lastRow">
      <w:pPr>
        <w:spacing w:before="0" w:after="0" w:line="240" w:lineRule="auto"/>
      </w:pPr>
      <w:rPr>
        <w:rFonts w:asciiTheme="majorHAnsi" w:eastAsiaTheme="majorEastAsia" w:hAnsiTheme="majorHAnsi" w:cstheme="majorBidi"/>
        <w:b/>
        <w:bCs/>
      </w:rPr>
      <w:tblPr/>
      <w:tcPr>
        <w:tcBorders>
          <w:top w:val="double" w:sz="6" w:space="0" w:color="000000" w:themeColor="text1"/>
          <w:left w:val="single" w:sz="8" w:space="0" w:color="000000" w:themeColor="text1"/>
          <w:bottom w:val="single" w:sz="8" w:space="0" w:color="000000" w:themeColor="text1"/>
          <w:right w:val="single" w:sz="8" w:space="0" w:color="000000" w:themeColor="text1"/>
          <w:insideH w:val="nil"/>
          <w:insideV w:val="single" w:sz="8" w:space="0" w:color="000000" w:themeColor="text1"/>
        </w:tcBorders>
      </w:tcPr>
    </w:tblStylePr>
    <w:tblStylePr w:type="firstCol">
      <w:rPr>
        <w:rFonts w:asciiTheme="majorHAnsi" w:eastAsiaTheme="majorEastAsia" w:hAnsiTheme="majorHAnsi" w:cstheme="majorBidi"/>
        <w:b/>
        <w:bCs/>
      </w:rPr>
    </w:tblStylePr>
    <w:tblStylePr w:type="lastCol">
      <w:rPr>
        <w:rFonts w:asciiTheme="majorHAnsi" w:eastAsiaTheme="majorEastAsia" w:hAnsiTheme="majorHAnsi" w:cstheme="majorBidi"/>
        <w:b/>
        <w:bCs/>
      </w:rPr>
      <w:tblPr/>
      <w:tcPr>
        <w:tcBorders>
          <w:top w:val="single" w:sz="8" w:space="0" w:color="000000" w:themeColor="text1"/>
          <w:left w:val="single" w:sz="8" w:space="0" w:color="000000" w:themeColor="text1"/>
          <w:bottom w:val="single" w:sz="8" w:space="0" w:color="000000" w:themeColor="text1"/>
          <w:right w:val="single" w:sz="8" w:space="0" w:color="000000" w:themeColor="text1"/>
        </w:tcBorders>
      </w:tcPr>
    </w:tblStylePr>
    <w:tblStylePr w:type="band1Vert">
      <w:tblPr/>
      <w:tcPr>
        <w:tcBorders>
          <w:top w:val="single" w:sz="8" w:space="0" w:color="000000" w:themeColor="text1"/>
          <w:left w:val="single" w:sz="8" w:space="0" w:color="000000" w:themeColor="text1"/>
          <w:bottom w:val="single" w:sz="8" w:space="0" w:color="000000" w:themeColor="text1"/>
          <w:right w:val="single" w:sz="8" w:space="0" w:color="000000" w:themeColor="text1"/>
        </w:tcBorders>
        <w:shd w:val="clear" w:color="auto" w:fill="C0C0C0" w:themeFill="text1" w:themeFillTint="3F"/>
      </w:tcPr>
    </w:tblStylePr>
    <w:tblStylePr w:type="band1Horz">
      <w:tblPr/>
      <w:tcPr>
        <w:tcBorders>
          <w:top w:val="single" w:sz="8" w:space="0" w:color="000000" w:themeColor="text1"/>
          <w:left w:val="single" w:sz="8" w:space="0" w:color="000000" w:themeColor="text1"/>
          <w:bottom w:val="single" w:sz="8" w:space="0" w:color="000000" w:themeColor="text1"/>
          <w:right w:val="single" w:sz="8" w:space="0" w:color="000000" w:themeColor="text1"/>
          <w:insideV w:val="single" w:sz="8" w:space="0" w:color="000000" w:themeColor="text1"/>
        </w:tcBorders>
        <w:shd w:val="clear" w:color="auto" w:fill="C0C0C0" w:themeFill="text1" w:themeFillTint="3F"/>
      </w:tcPr>
    </w:tblStylePr>
    <w:tblStylePr w:type="band2Horz">
      <w:tblPr/>
      <w:tcPr>
        <w:tcBorders>
          <w:top w:val="single" w:sz="8" w:space="0" w:color="000000" w:themeColor="text1"/>
          <w:left w:val="single" w:sz="8" w:space="0" w:color="000000" w:themeColor="text1"/>
          <w:bottom w:val="single" w:sz="8" w:space="0" w:color="000000" w:themeColor="text1"/>
          <w:right w:val="single" w:sz="8" w:space="0" w:color="000000" w:themeColor="text1"/>
          <w:insideV w:val="single" w:sz="8" w:space="0" w:color="000000" w:themeColor="text1"/>
        </w:tcBorders>
      </w:tcPr>
    </w:tblStylePr>
  </w:style>
  <w:style w:type="table" w:styleId="LightGrid-Accent1">
    <w:name w:val="Light Grid Accent 1"/>
    <w:basedOn w:val="TableNormal"/>
    <w:uiPriority w:val="62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4F81BD" w:themeColor="accent1"/>
        <w:left w:val="single" w:sz="8" w:space="0" w:color="4F81BD" w:themeColor="accent1"/>
        <w:bottom w:val="single" w:sz="8" w:space="0" w:color="4F81BD" w:themeColor="accent1"/>
        <w:right w:val="single" w:sz="8" w:space="0" w:color="4F81BD" w:themeColor="accent1"/>
        <w:insideH w:val="single" w:sz="8" w:space="0" w:color="4F81BD" w:themeColor="accent1"/>
        <w:insideV w:val="single" w:sz="8" w:space="0" w:color="4F81BD" w:themeColor="accent1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rFonts w:asciiTheme="majorHAnsi" w:eastAsiaTheme="majorEastAsia" w:hAnsiTheme="majorHAnsi" w:cstheme="majorBidi"/>
        <w:b/>
        <w:bCs/>
      </w:rPr>
      <w:tblPr/>
      <w:tcPr>
        <w:tcBorders>
          <w:top w:val="single" w:sz="8" w:space="0" w:color="4F81BD" w:themeColor="accent1"/>
          <w:left w:val="single" w:sz="8" w:space="0" w:color="4F81BD" w:themeColor="accent1"/>
          <w:bottom w:val="single" w:sz="18" w:space="0" w:color="4F81BD" w:themeColor="accent1"/>
          <w:right w:val="single" w:sz="8" w:space="0" w:color="4F81BD" w:themeColor="accent1"/>
          <w:insideH w:val="nil"/>
          <w:insideV w:val="single" w:sz="8" w:space="0" w:color="4F81BD" w:themeColor="accent1"/>
        </w:tcBorders>
      </w:tcPr>
    </w:tblStylePr>
    <w:tblStylePr w:type="lastRow">
      <w:pPr>
        <w:spacing w:before="0" w:after="0" w:line="240" w:lineRule="auto"/>
      </w:pPr>
      <w:rPr>
        <w:rFonts w:asciiTheme="majorHAnsi" w:eastAsiaTheme="majorEastAsia" w:hAnsiTheme="majorHAnsi" w:cstheme="majorBidi"/>
        <w:b/>
        <w:bCs/>
      </w:rPr>
      <w:tblPr/>
      <w:tcPr>
        <w:tcBorders>
          <w:top w:val="double" w:sz="6" w:space="0" w:color="4F81BD" w:themeColor="accent1"/>
          <w:left w:val="single" w:sz="8" w:space="0" w:color="4F81BD" w:themeColor="accent1"/>
          <w:bottom w:val="single" w:sz="8" w:space="0" w:color="4F81BD" w:themeColor="accent1"/>
          <w:right w:val="single" w:sz="8" w:space="0" w:color="4F81BD" w:themeColor="accent1"/>
          <w:insideH w:val="nil"/>
          <w:insideV w:val="single" w:sz="8" w:space="0" w:color="4F81BD" w:themeColor="accent1"/>
        </w:tcBorders>
      </w:tcPr>
    </w:tblStylePr>
    <w:tblStylePr w:type="firstCol">
      <w:rPr>
        <w:rFonts w:asciiTheme="majorHAnsi" w:eastAsiaTheme="majorEastAsia" w:hAnsiTheme="majorHAnsi" w:cstheme="majorBidi"/>
        <w:b/>
        <w:bCs/>
      </w:rPr>
    </w:tblStylePr>
    <w:tblStylePr w:type="lastCol">
      <w:rPr>
        <w:rFonts w:asciiTheme="majorHAnsi" w:eastAsiaTheme="majorEastAsia" w:hAnsiTheme="majorHAnsi" w:cstheme="majorBidi"/>
        <w:b/>
        <w:bCs/>
      </w:rPr>
      <w:tblPr/>
      <w:tcPr>
        <w:tcBorders>
          <w:top w:val="single" w:sz="8" w:space="0" w:color="4F81BD" w:themeColor="accent1"/>
          <w:left w:val="single" w:sz="8" w:space="0" w:color="4F81BD" w:themeColor="accent1"/>
          <w:bottom w:val="single" w:sz="8" w:space="0" w:color="4F81BD" w:themeColor="accent1"/>
          <w:right w:val="single" w:sz="8" w:space="0" w:color="4F81BD" w:themeColor="accent1"/>
        </w:tcBorders>
      </w:tcPr>
    </w:tblStylePr>
    <w:tblStylePr w:type="band1Vert">
      <w:tblPr/>
      <w:tcPr>
        <w:tcBorders>
          <w:top w:val="single" w:sz="8" w:space="0" w:color="4F81BD" w:themeColor="accent1"/>
          <w:left w:val="single" w:sz="8" w:space="0" w:color="4F81BD" w:themeColor="accent1"/>
          <w:bottom w:val="single" w:sz="8" w:space="0" w:color="4F81BD" w:themeColor="accent1"/>
          <w:right w:val="single" w:sz="8" w:space="0" w:color="4F81BD" w:themeColor="accent1"/>
        </w:tcBorders>
        <w:shd w:val="clear" w:color="auto" w:fill="D3DFEE" w:themeFill="accent1" w:themeFillTint="3F"/>
      </w:tcPr>
    </w:tblStylePr>
    <w:tblStylePr w:type="band1Horz">
      <w:tblPr/>
      <w:tcPr>
        <w:tcBorders>
          <w:top w:val="single" w:sz="8" w:space="0" w:color="4F81BD" w:themeColor="accent1"/>
          <w:left w:val="single" w:sz="8" w:space="0" w:color="4F81BD" w:themeColor="accent1"/>
          <w:bottom w:val="single" w:sz="8" w:space="0" w:color="4F81BD" w:themeColor="accent1"/>
          <w:right w:val="single" w:sz="8" w:space="0" w:color="4F81BD" w:themeColor="accent1"/>
          <w:insideV w:val="single" w:sz="8" w:space="0" w:color="4F81BD" w:themeColor="accent1"/>
        </w:tcBorders>
        <w:shd w:val="clear" w:color="auto" w:fill="D3DFEE" w:themeFill="accent1" w:themeFillTint="3F"/>
      </w:tcPr>
    </w:tblStylePr>
    <w:tblStylePr w:type="band2Horz">
      <w:tblPr/>
      <w:tcPr>
        <w:tcBorders>
          <w:top w:val="single" w:sz="8" w:space="0" w:color="4F81BD" w:themeColor="accent1"/>
          <w:left w:val="single" w:sz="8" w:space="0" w:color="4F81BD" w:themeColor="accent1"/>
          <w:bottom w:val="single" w:sz="8" w:space="0" w:color="4F81BD" w:themeColor="accent1"/>
          <w:right w:val="single" w:sz="8" w:space="0" w:color="4F81BD" w:themeColor="accent1"/>
          <w:insideV w:val="single" w:sz="8" w:space="0" w:color="4F81BD" w:themeColor="accent1"/>
        </w:tcBorders>
      </w:tcPr>
    </w:tblStylePr>
  </w:style>
  <w:style w:type="table" w:styleId="LightGrid-Accent2">
    <w:name w:val="Light Grid Accent 2"/>
    <w:basedOn w:val="TableNormal"/>
    <w:uiPriority w:val="62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C0504D" w:themeColor="accent2"/>
        <w:left w:val="single" w:sz="8" w:space="0" w:color="C0504D" w:themeColor="accent2"/>
        <w:bottom w:val="single" w:sz="8" w:space="0" w:color="C0504D" w:themeColor="accent2"/>
        <w:right w:val="single" w:sz="8" w:space="0" w:color="C0504D" w:themeColor="accent2"/>
        <w:insideH w:val="single" w:sz="8" w:space="0" w:color="C0504D" w:themeColor="accent2"/>
        <w:insideV w:val="single" w:sz="8" w:space="0" w:color="C0504D" w:themeColor="accent2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rFonts w:asciiTheme="majorHAnsi" w:eastAsiaTheme="majorEastAsia" w:hAnsiTheme="majorHAnsi" w:cstheme="majorBidi"/>
        <w:b/>
        <w:bCs/>
      </w:rPr>
      <w:tblPr/>
      <w:tcPr>
        <w:tcBorders>
          <w:top w:val="single" w:sz="8" w:space="0" w:color="C0504D" w:themeColor="accent2"/>
          <w:left w:val="single" w:sz="8" w:space="0" w:color="C0504D" w:themeColor="accent2"/>
          <w:bottom w:val="single" w:sz="18" w:space="0" w:color="C0504D" w:themeColor="accent2"/>
          <w:right w:val="single" w:sz="8" w:space="0" w:color="C0504D" w:themeColor="accent2"/>
          <w:insideH w:val="nil"/>
          <w:insideV w:val="single" w:sz="8" w:space="0" w:color="C0504D" w:themeColor="accent2"/>
        </w:tcBorders>
      </w:tcPr>
    </w:tblStylePr>
    <w:tblStylePr w:type="lastRow">
      <w:pPr>
        <w:spacing w:before="0" w:after="0" w:line="240" w:lineRule="auto"/>
      </w:pPr>
      <w:rPr>
        <w:rFonts w:asciiTheme="majorHAnsi" w:eastAsiaTheme="majorEastAsia" w:hAnsiTheme="majorHAnsi" w:cstheme="majorBidi"/>
        <w:b/>
        <w:bCs/>
      </w:rPr>
      <w:tblPr/>
      <w:tcPr>
        <w:tcBorders>
          <w:top w:val="double" w:sz="6" w:space="0" w:color="C0504D" w:themeColor="accent2"/>
          <w:left w:val="single" w:sz="8" w:space="0" w:color="C0504D" w:themeColor="accent2"/>
          <w:bottom w:val="single" w:sz="8" w:space="0" w:color="C0504D" w:themeColor="accent2"/>
          <w:right w:val="single" w:sz="8" w:space="0" w:color="C0504D" w:themeColor="accent2"/>
          <w:insideH w:val="nil"/>
          <w:insideV w:val="single" w:sz="8" w:space="0" w:color="C0504D" w:themeColor="accent2"/>
        </w:tcBorders>
      </w:tcPr>
    </w:tblStylePr>
    <w:tblStylePr w:type="firstCol">
      <w:rPr>
        <w:rFonts w:asciiTheme="majorHAnsi" w:eastAsiaTheme="majorEastAsia" w:hAnsiTheme="majorHAnsi" w:cstheme="majorBidi"/>
        <w:b/>
        <w:bCs/>
      </w:rPr>
    </w:tblStylePr>
    <w:tblStylePr w:type="lastCol">
      <w:rPr>
        <w:rFonts w:asciiTheme="majorHAnsi" w:eastAsiaTheme="majorEastAsia" w:hAnsiTheme="majorHAnsi" w:cstheme="majorBidi"/>
        <w:b/>
        <w:bCs/>
      </w:rPr>
      <w:tblPr/>
      <w:tcPr>
        <w:tcBorders>
          <w:top w:val="single" w:sz="8" w:space="0" w:color="C0504D" w:themeColor="accent2"/>
          <w:left w:val="single" w:sz="8" w:space="0" w:color="C0504D" w:themeColor="accent2"/>
          <w:bottom w:val="single" w:sz="8" w:space="0" w:color="C0504D" w:themeColor="accent2"/>
          <w:right w:val="single" w:sz="8" w:space="0" w:color="C0504D" w:themeColor="accent2"/>
        </w:tcBorders>
      </w:tcPr>
    </w:tblStylePr>
    <w:tblStylePr w:type="band1Vert">
      <w:tblPr/>
      <w:tcPr>
        <w:tcBorders>
          <w:top w:val="single" w:sz="8" w:space="0" w:color="C0504D" w:themeColor="accent2"/>
          <w:left w:val="single" w:sz="8" w:space="0" w:color="C0504D" w:themeColor="accent2"/>
          <w:bottom w:val="single" w:sz="8" w:space="0" w:color="C0504D" w:themeColor="accent2"/>
          <w:right w:val="single" w:sz="8" w:space="0" w:color="C0504D" w:themeColor="accent2"/>
        </w:tcBorders>
        <w:shd w:val="clear" w:color="auto" w:fill="EFD3D2" w:themeFill="accent2" w:themeFillTint="3F"/>
      </w:tcPr>
    </w:tblStylePr>
    <w:tblStylePr w:type="band1Horz">
      <w:tblPr/>
      <w:tcPr>
        <w:tcBorders>
          <w:top w:val="single" w:sz="8" w:space="0" w:color="C0504D" w:themeColor="accent2"/>
          <w:left w:val="single" w:sz="8" w:space="0" w:color="C0504D" w:themeColor="accent2"/>
          <w:bottom w:val="single" w:sz="8" w:space="0" w:color="C0504D" w:themeColor="accent2"/>
          <w:right w:val="single" w:sz="8" w:space="0" w:color="C0504D" w:themeColor="accent2"/>
          <w:insideV w:val="single" w:sz="8" w:space="0" w:color="C0504D" w:themeColor="accent2"/>
        </w:tcBorders>
        <w:shd w:val="clear" w:color="auto" w:fill="EFD3D2" w:themeFill="accent2" w:themeFillTint="3F"/>
      </w:tcPr>
    </w:tblStylePr>
    <w:tblStylePr w:type="band2Horz">
      <w:tblPr/>
      <w:tcPr>
        <w:tcBorders>
          <w:top w:val="single" w:sz="8" w:space="0" w:color="C0504D" w:themeColor="accent2"/>
          <w:left w:val="single" w:sz="8" w:space="0" w:color="C0504D" w:themeColor="accent2"/>
          <w:bottom w:val="single" w:sz="8" w:space="0" w:color="C0504D" w:themeColor="accent2"/>
          <w:right w:val="single" w:sz="8" w:space="0" w:color="C0504D" w:themeColor="accent2"/>
          <w:insideV w:val="single" w:sz="8" w:space="0" w:color="C0504D" w:themeColor="accent2"/>
        </w:tcBorders>
      </w:tcPr>
    </w:tblStylePr>
  </w:style>
  <w:style w:type="table" w:styleId="LightGrid-Accent3">
    <w:name w:val="Light Grid Accent 3"/>
    <w:basedOn w:val="TableNormal"/>
    <w:uiPriority w:val="62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9BBB59" w:themeColor="accent3"/>
        <w:left w:val="single" w:sz="8" w:space="0" w:color="9BBB59" w:themeColor="accent3"/>
        <w:bottom w:val="single" w:sz="8" w:space="0" w:color="9BBB59" w:themeColor="accent3"/>
        <w:right w:val="single" w:sz="8" w:space="0" w:color="9BBB59" w:themeColor="accent3"/>
        <w:insideH w:val="single" w:sz="8" w:space="0" w:color="9BBB59" w:themeColor="accent3"/>
        <w:insideV w:val="single" w:sz="8" w:space="0" w:color="9BBB59" w:themeColor="accent3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rFonts w:asciiTheme="majorHAnsi" w:eastAsiaTheme="majorEastAsia" w:hAnsiTheme="majorHAnsi" w:cstheme="majorBidi"/>
        <w:b/>
        <w:bCs/>
      </w:rPr>
      <w:tblPr/>
      <w:tcPr>
        <w:tcBorders>
          <w:top w:val="single" w:sz="8" w:space="0" w:color="9BBB59" w:themeColor="accent3"/>
          <w:left w:val="single" w:sz="8" w:space="0" w:color="9BBB59" w:themeColor="accent3"/>
          <w:bottom w:val="single" w:sz="18" w:space="0" w:color="9BBB59" w:themeColor="accent3"/>
          <w:right w:val="single" w:sz="8" w:space="0" w:color="9BBB59" w:themeColor="accent3"/>
          <w:insideH w:val="nil"/>
          <w:insideV w:val="single" w:sz="8" w:space="0" w:color="9BBB59" w:themeColor="accent3"/>
        </w:tcBorders>
      </w:tcPr>
    </w:tblStylePr>
    <w:tblStylePr w:type="lastRow">
      <w:pPr>
        <w:spacing w:before="0" w:after="0" w:line="240" w:lineRule="auto"/>
      </w:pPr>
      <w:rPr>
        <w:rFonts w:asciiTheme="majorHAnsi" w:eastAsiaTheme="majorEastAsia" w:hAnsiTheme="majorHAnsi" w:cstheme="majorBidi"/>
        <w:b/>
        <w:bCs/>
      </w:rPr>
      <w:tblPr/>
      <w:tcPr>
        <w:tcBorders>
          <w:top w:val="double" w:sz="6" w:space="0" w:color="9BBB59" w:themeColor="accent3"/>
          <w:left w:val="single" w:sz="8" w:space="0" w:color="9BBB59" w:themeColor="accent3"/>
          <w:bottom w:val="single" w:sz="8" w:space="0" w:color="9BBB59" w:themeColor="accent3"/>
          <w:right w:val="single" w:sz="8" w:space="0" w:color="9BBB59" w:themeColor="accent3"/>
          <w:insideH w:val="nil"/>
          <w:insideV w:val="single" w:sz="8" w:space="0" w:color="9BBB59" w:themeColor="accent3"/>
        </w:tcBorders>
      </w:tcPr>
    </w:tblStylePr>
    <w:tblStylePr w:type="firstCol">
      <w:rPr>
        <w:rFonts w:asciiTheme="majorHAnsi" w:eastAsiaTheme="majorEastAsia" w:hAnsiTheme="majorHAnsi" w:cstheme="majorBidi"/>
        <w:b/>
        <w:bCs/>
      </w:rPr>
    </w:tblStylePr>
    <w:tblStylePr w:type="lastCol">
      <w:rPr>
        <w:rFonts w:asciiTheme="majorHAnsi" w:eastAsiaTheme="majorEastAsia" w:hAnsiTheme="majorHAnsi" w:cstheme="majorBidi"/>
        <w:b/>
        <w:bCs/>
      </w:rPr>
      <w:tblPr/>
      <w:tcPr>
        <w:tcBorders>
          <w:top w:val="single" w:sz="8" w:space="0" w:color="9BBB59" w:themeColor="accent3"/>
          <w:left w:val="single" w:sz="8" w:space="0" w:color="9BBB59" w:themeColor="accent3"/>
          <w:bottom w:val="single" w:sz="8" w:space="0" w:color="9BBB59" w:themeColor="accent3"/>
          <w:right w:val="single" w:sz="8" w:space="0" w:color="9BBB59" w:themeColor="accent3"/>
        </w:tcBorders>
      </w:tcPr>
    </w:tblStylePr>
    <w:tblStylePr w:type="band1Vert">
      <w:tblPr/>
      <w:tcPr>
        <w:tcBorders>
          <w:top w:val="single" w:sz="8" w:space="0" w:color="9BBB59" w:themeColor="accent3"/>
          <w:left w:val="single" w:sz="8" w:space="0" w:color="9BBB59" w:themeColor="accent3"/>
          <w:bottom w:val="single" w:sz="8" w:space="0" w:color="9BBB59" w:themeColor="accent3"/>
          <w:right w:val="single" w:sz="8" w:space="0" w:color="9BBB59" w:themeColor="accent3"/>
        </w:tcBorders>
        <w:shd w:val="clear" w:color="auto" w:fill="E6EED5" w:themeFill="accent3" w:themeFillTint="3F"/>
      </w:tcPr>
    </w:tblStylePr>
    <w:tblStylePr w:type="band1Horz">
      <w:tblPr/>
      <w:tcPr>
        <w:tcBorders>
          <w:top w:val="single" w:sz="8" w:space="0" w:color="9BBB59" w:themeColor="accent3"/>
          <w:left w:val="single" w:sz="8" w:space="0" w:color="9BBB59" w:themeColor="accent3"/>
          <w:bottom w:val="single" w:sz="8" w:space="0" w:color="9BBB59" w:themeColor="accent3"/>
          <w:right w:val="single" w:sz="8" w:space="0" w:color="9BBB59" w:themeColor="accent3"/>
          <w:insideV w:val="single" w:sz="8" w:space="0" w:color="9BBB59" w:themeColor="accent3"/>
        </w:tcBorders>
        <w:shd w:val="clear" w:color="auto" w:fill="E6EED5" w:themeFill="accent3" w:themeFillTint="3F"/>
      </w:tcPr>
    </w:tblStylePr>
    <w:tblStylePr w:type="band2Horz">
      <w:tblPr/>
      <w:tcPr>
        <w:tcBorders>
          <w:top w:val="single" w:sz="8" w:space="0" w:color="9BBB59" w:themeColor="accent3"/>
          <w:left w:val="single" w:sz="8" w:space="0" w:color="9BBB59" w:themeColor="accent3"/>
          <w:bottom w:val="single" w:sz="8" w:space="0" w:color="9BBB59" w:themeColor="accent3"/>
          <w:right w:val="single" w:sz="8" w:space="0" w:color="9BBB59" w:themeColor="accent3"/>
          <w:insideV w:val="single" w:sz="8" w:space="0" w:color="9BBB59" w:themeColor="accent3"/>
        </w:tcBorders>
      </w:tcPr>
    </w:tblStylePr>
  </w:style>
  <w:style w:type="table" w:styleId="LightGrid-Accent4">
    <w:name w:val="Light Grid Accent 4"/>
    <w:basedOn w:val="TableNormal"/>
    <w:uiPriority w:val="62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8064A2" w:themeColor="accent4"/>
        <w:left w:val="single" w:sz="8" w:space="0" w:color="8064A2" w:themeColor="accent4"/>
        <w:bottom w:val="single" w:sz="8" w:space="0" w:color="8064A2" w:themeColor="accent4"/>
        <w:right w:val="single" w:sz="8" w:space="0" w:color="8064A2" w:themeColor="accent4"/>
        <w:insideH w:val="single" w:sz="8" w:space="0" w:color="8064A2" w:themeColor="accent4"/>
        <w:insideV w:val="single" w:sz="8" w:space="0" w:color="8064A2" w:themeColor="accent4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rFonts w:asciiTheme="majorHAnsi" w:eastAsiaTheme="majorEastAsia" w:hAnsiTheme="majorHAnsi" w:cstheme="majorBidi"/>
        <w:b/>
        <w:bCs/>
      </w:rPr>
      <w:tblPr/>
      <w:tcPr>
        <w:tcBorders>
          <w:top w:val="single" w:sz="8" w:space="0" w:color="8064A2" w:themeColor="accent4"/>
          <w:left w:val="single" w:sz="8" w:space="0" w:color="8064A2" w:themeColor="accent4"/>
          <w:bottom w:val="single" w:sz="18" w:space="0" w:color="8064A2" w:themeColor="accent4"/>
          <w:right w:val="single" w:sz="8" w:space="0" w:color="8064A2" w:themeColor="accent4"/>
          <w:insideH w:val="nil"/>
          <w:insideV w:val="single" w:sz="8" w:space="0" w:color="8064A2" w:themeColor="accent4"/>
        </w:tcBorders>
      </w:tcPr>
    </w:tblStylePr>
    <w:tblStylePr w:type="lastRow">
      <w:pPr>
        <w:spacing w:before="0" w:after="0" w:line="240" w:lineRule="auto"/>
      </w:pPr>
      <w:rPr>
        <w:rFonts w:asciiTheme="majorHAnsi" w:eastAsiaTheme="majorEastAsia" w:hAnsiTheme="majorHAnsi" w:cstheme="majorBidi"/>
        <w:b/>
        <w:bCs/>
      </w:rPr>
      <w:tblPr/>
      <w:tcPr>
        <w:tcBorders>
          <w:top w:val="double" w:sz="6" w:space="0" w:color="8064A2" w:themeColor="accent4"/>
          <w:left w:val="single" w:sz="8" w:space="0" w:color="8064A2" w:themeColor="accent4"/>
          <w:bottom w:val="single" w:sz="8" w:space="0" w:color="8064A2" w:themeColor="accent4"/>
          <w:right w:val="single" w:sz="8" w:space="0" w:color="8064A2" w:themeColor="accent4"/>
          <w:insideH w:val="nil"/>
          <w:insideV w:val="single" w:sz="8" w:space="0" w:color="8064A2" w:themeColor="accent4"/>
        </w:tcBorders>
      </w:tcPr>
    </w:tblStylePr>
    <w:tblStylePr w:type="firstCol">
      <w:rPr>
        <w:rFonts w:asciiTheme="majorHAnsi" w:eastAsiaTheme="majorEastAsia" w:hAnsiTheme="majorHAnsi" w:cstheme="majorBidi"/>
        <w:b/>
        <w:bCs/>
      </w:rPr>
    </w:tblStylePr>
    <w:tblStylePr w:type="lastCol">
      <w:rPr>
        <w:rFonts w:asciiTheme="majorHAnsi" w:eastAsiaTheme="majorEastAsia" w:hAnsiTheme="majorHAnsi" w:cstheme="majorBidi"/>
        <w:b/>
        <w:bCs/>
      </w:rPr>
      <w:tblPr/>
      <w:tcPr>
        <w:tcBorders>
          <w:top w:val="single" w:sz="8" w:space="0" w:color="8064A2" w:themeColor="accent4"/>
          <w:left w:val="single" w:sz="8" w:space="0" w:color="8064A2" w:themeColor="accent4"/>
          <w:bottom w:val="single" w:sz="8" w:space="0" w:color="8064A2" w:themeColor="accent4"/>
          <w:right w:val="single" w:sz="8" w:space="0" w:color="8064A2" w:themeColor="accent4"/>
        </w:tcBorders>
      </w:tcPr>
    </w:tblStylePr>
    <w:tblStylePr w:type="band1Vert">
      <w:tblPr/>
      <w:tcPr>
        <w:tcBorders>
          <w:top w:val="single" w:sz="8" w:space="0" w:color="8064A2" w:themeColor="accent4"/>
          <w:left w:val="single" w:sz="8" w:space="0" w:color="8064A2" w:themeColor="accent4"/>
          <w:bottom w:val="single" w:sz="8" w:space="0" w:color="8064A2" w:themeColor="accent4"/>
          <w:right w:val="single" w:sz="8" w:space="0" w:color="8064A2" w:themeColor="accent4"/>
        </w:tcBorders>
        <w:shd w:val="clear" w:color="auto" w:fill="DFD8E8" w:themeFill="accent4" w:themeFillTint="3F"/>
      </w:tcPr>
    </w:tblStylePr>
    <w:tblStylePr w:type="band1Horz">
      <w:tblPr/>
      <w:tcPr>
        <w:tcBorders>
          <w:top w:val="single" w:sz="8" w:space="0" w:color="8064A2" w:themeColor="accent4"/>
          <w:left w:val="single" w:sz="8" w:space="0" w:color="8064A2" w:themeColor="accent4"/>
          <w:bottom w:val="single" w:sz="8" w:space="0" w:color="8064A2" w:themeColor="accent4"/>
          <w:right w:val="single" w:sz="8" w:space="0" w:color="8064A2" w:themeColor="accent4"/>
          <w:insideV w:val="single" w:sz="8" w:space="0" w:color="8064A2" w:themeColor="accent4"/>
        </w:tcBorders>
        <w:shd w:val="clear" w:color="auto" w:fill="DFD8E8" w:themeFill="accent4" w:themeFillTint="3F"/>
      </w:tcPr>
    </w:tblStylePr>
    <w:tblStylePr w:type="band2Horz">
      <w:tblPr/>
      <w:tcPr>
        <w:tcBorders>
          <w:top w:val="single" w:sz="8" w:space="0" w:color="8064A2" w:themeColor="accent4"/>
          <w:left w:val="single" w:sz="8" w:space="0" w:color="8064A2" w:themeColor="accent4"/>
          <w:bottom w:val="single" w:sz="8" w:space="0" w:color="8064A2" w:themeColor="accent4"/>
          <w:right w:val="single" w:sz="8" w:space="0" w:color="8064A2" w:themeColor="accent4"/>
          <w:insideV w:val="single" w:sz="8" w:space="0" w:color="8064A2" w:themeColor="accent4"/>
        </w:tcBorders>
      </w:tcPr>
    </w:tblStylePr>
  </w:style>
  <w:style w:type="table" w:styleId="LightGrid-Accent5">
    <w:name w:val="Light Grid Accent 5"/>
    <w:basedOn w:val="TableNormal"/>
    <w:uiPriority w:val="62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4BACC6" w:themeColor="accent5"/>
        <w:left w:val="single" w:sz="8" w:space="0" w:color="4BACC6" w:themeColor="accent5"/>
        <w:bottom w:val="single" w:sz="8" w:space="0" w:color="4BACC6" w:themeColor="accent5"/>
        <w:right w:val="single" w:sz="8" w:space="0" w:color="4BACC6" w:themeColor="accent5"/>
        <w:insideH w:val="single" w:sz="8" w:space="0" w:color="4BACC6" w:themeColor="accent5"/>
        <w:insideV w:val="single" w:sz="8" w:space="0" w:color="4BACC6" w:themeColor="accent5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rFonts w:asciiTheme="majorHAnsi" w:eastAsiaTheme="majorEastAsia" w:hAnsiTheme="majorHAnsi" w:cstheme="majorBidi"/>
        <w:b/>
        <w:bCs/>
      </w:rPr>
      <w:tblPr/>
      <w:tcPr>
        <w:tcBorders>
          <w:top w:val="single" w:sz="8" w:space="0" w:color="4BACC6" w:themeColor="accent5"/>
          <w:left w:val="single" w:sz="8" w:space="0" w:color="4BACC6" w:themeColor="accent5"/>
          <w:bottom w:val="single" w:sz="18" w:space="0" w:color="4BACC6" w:themeColor="accent5"/>
          <w:right w:val="single" w:sz="8" w:space="0" w:color="4BACC6" w:themeColor="accent5"/>
          <w:insideH w:val="nil"/>
          <w:insideV w:val="single" w:sz="8" w:space="0" w:color="4BACC6" w:themeColor="accent5"/>
        </w:tcBorders>
      </w:tcPr>
    </w:tblStylePr>
    <w:tblStylePr w:type="lastRow">
      <w:pPr>
        <w:spacing w:before="0" w:after="0" w:line="240" w:lineRule="auto"/>
      </w:pPr>
      <w:rPr>
        <w:rFonts w:asciiTheme="majorHAnsi" w:eastAsiaTheme="majorEastAsia" w:hAnsiTheme="majorHAnsi" w:cstheme="majorBidi"/>
        <w:b/>
        <w:bCs/>
      </w:rPr>
      <w:tblPr/>
      <w:tcPr>
        <w:tcBorders>
          <w:top w:val="double" w:sz="6" w:space="0" w:color="4BACC6" w:themeColor="accent5"/>
          <w:left w:val="single" w:sz="8" w:space="0" w:color="4BACC6" w:themeColor="accent5"/>
          <w:bottom w:val="single" w:sz="8" w:space="0" w:color="4BACC6" w:themeColor="accent5"/>
          <w:right w:val="single" w:sz="8" w:space="0" w:color="4BACC6" w:themeColor="accent5"/>
          <w:insideH w:val="nil"/>
          <w:insideV w:val="single" w:sz="8" w:space="0" w:color="4BACC6" w:themeColor="accent5"/>
        </w:tcBorders>
      </w:tcPr>
    </w:tblStylePr>
    <w:tblStylePr w:type="firstCol">
      <w:rPr>
        <w:rFonts w:asciiTheme="majorHAnsi" w:eastAsiaTheme="majorEastAsia" w:hAnsiTheme="majorHAnsi" w:cstheme="majorBidi"/>
        <w:b/>
        <w:bCs/>
      </w:rPr>
    </w:tblStylePr>
    <w:tblStylePr w:type="lastCol">
      <w:rPr>
        <w:rFonts w:asciiTheme="majorHAnsi" w:eastAsiaTheme="majorEastAsia" w:hAnsiTheme="majorHAnsi" w:cstheme="majorBidi"/>
        <w:b/>
        <w:bCs/>
      </w:rPr>
      <w:tblPr/>
      <w:tcPr>
        <w:tcBorders>
          <w:top w:val="single" w:sz="8" w:space="0" w:color="4BACC6" w:themeColor="accent5"/>
          <w:left w:val="single" w:sz="8" w:space="0" w:color="4BACC6" w:themeColor="accent5"/>
          <w:bottom w:val="single" w:sz="8" w:space="0" w:color="4BACC6" w:themeColor="accent5"/>
          <w:right w:val="single" w:sz="8" w:space="0" w:color="4BACC6" w:themeColor="accent5"/>
        </w:tcBorders>
      </w:tcPr>
    </w:tblStylePr>
    <w:tblStylePr w:type="band1Vert">
      <w:tblPr/>
      <w:tcPr>
        <w:tcBorders>
          <w:top w:val="single" w:sz="8" w:space="0" w:color="4BACC6" w:themeColor="accent5"/>
          <w:left w:val="single" w:sz="8" w:space="0" w:color="4BACC6" w:themeColor="accent5"/>
          <w:bottom w:val="single" w:sz="8" w:space="0" w:color="4BACC6" w:themeColor="accent5"/>
          <w:right w:val="single" w:sz="8" w:space="0" w:color="4BACC6" w:themeColor="accent5"/>
        </w:tcBorders>
        <w:shd w:val="clear" w:color="auto" w:fill="D2EAF1" w:themeFill="accent5" w:themeFillTint="3F"/>
      </w:tcPr>
    </w:tblStylePr>
    <w:tblStylePr w:type="band1Horz">
      <w:tblPr/>
      <w:tcPr>
        <w:tcBorders>
          <w:top w:val="single" w:sz="8" w:space="0" w:color="4BACC6" w:themeColor="accent5"/>
          <w:left w:val="single" w:sz="8" w:space="0" w:color="4BACC6" w:themeColor="accent5"/>
          <w:bottom w:val="single" w:sz="8" w:space="0" w:color="4BACC6" w:themeColor="accent5"/>
          <w:right w:val="single" w:sz="8" w:space="0" w:color="4BACC6" w:themeColor="accent5"/>
          <w:insideV w:val="single" w:sz="8" w:space="0" w:color="4BACC6" w:themeColor="accent5"/>
        </w:tcBorders>
        <w:shd w:val="clear" w:color="auto" w:fill="D2EAF1" w:themeFill="accent5" w:themeFillTint="3F"/>
      </w:tcPr>
    </w:tblStylePr>
    <w:tblStylePr w:type="band2Horz">
      <w:tblPr/>
      <w:tcPr>
        <w:tcBorders>
          <w:top w:val="single" w:sz="8" w:space="0" w:color="4BACC6" w:themeColor="accent5"/>
          <w:left w:val="single" w:sz="8" w:space="0" w:color="4BACC6" w:themeColor="accent5"/>
          <w:bottom w:val="single" w:sz="8" w:space="0" w:color="4BACC6" w:themeColor="accent5"/>
          <w:right w:val="single" w:sz="8" w:space="0" w:color="4BACC6" w:themeColor="accent5"/>
          <w:insideV w:val="single" w:sz="8" w:space="0" w:color="4BACC6" w:themeColor="accent5"/>
        </w:tcBorders>
      </w:tcPr>
    </w:tblStylePr>
  </w:style>
  <w:style w:type="table" w:styleId="LightGrid-Accent6">
    <w:name w:val="Light Grid Accent 6"/>
    <w:basedOn w:val="TableNormal"/>
    <w:uiPriority w:val="62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F79646" w:themeColor="accent6"/>
        <w:left w:val="single" w:sz="8" w:space="0" w:color="F79646" w:themeColor="accent6"/>
        <w:bottom w:val="single" w:sz="8" w:space="0" w:color="F79646" w:themeColor="accent6"/>
        <w:right w:val="single" w:sz="8" w:space="0" w:color="F79646" w:themeColor="accent6"/>
        <w:insideH w:val="single" w:sz="8" w:space="0" w:color="F79646" w:themeColor="accent6"/>
        <w:insideV w:val="single" w:sz="8" w:space="0" w:color="F79646" w:themeColor="accent6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rFonts w:asciiTheme="majorHAnsi" w:eastAsiaTheme="majorEastAsia" w:hAnsiTheme="majorHAnsi" w:cstheme="majorBidi"/>
        <w:b/>
        <w:bCs/>
      </w:rPr>
      <w:tblPr/>
      <w:tcPr>
        <w:tcBorders>
          <w:top w:val="single" w:sz="8" w:space="0" w:color="F79646" w:themeColor="accent6"/>
          <w:left w:val="single" w:sz="8" w:space="0" w:color="F79646" w:themeColor="accent6"/>
          <w:bottom w:val="single" w:sz="18" w:space="0" w:color="F79646" w:themeColor="accent6"/>
          <w:right w:val="single" w:sz="8" w:space="0" w:color="F79646" w:themeColor="accent6"/>
          <w:insideH w:val="nil"/>
          <w:insideV w:val="single" w:sz="8" w:space="0" w:color="F79646" w:themeColor="accent6"/>
        </w:tcBorders>
      </w:tcPr>
    </w:tblStylePr>
    <w:tblStylePr w:type="lastRow">
      <w:pPr>
        <w:spacing w:before="0" w:after="0" w:line="240" w:lineRule="auto"/>
      </w:pPr>
      <w:rPr>
        <w:rFonts w:asciiTheme="majorHAnsi" w:eastAsiaTheme="majorEastAsia" w:hAnsiTheme="majorHAnsi" w:cstheme="majorBidi"/>
        <w:b/>
        <w:bCs/>
      </w:rPr>
      <w:tblPr/>
      <w:tcPr>
        <w:tcBorders>
          <w:top w:val="double" w:sz="6" w:space="0" w:color="F79646" w:themeColor="accent6"/>
          <w:left w:val="single" w:sz="8" w:space="0" w:color="F79646" w:themeColor="accent6"/>
          <w:bottom w:val="single" w:sz="8" w:space="0" w:color="F79646" w:themeColor="accent6"/>
          <w:right w:val="single" w:sz="8" w:space="0" w:color="F79646" w:themeColor="accent6"/>
          <w:insideH w:val="nil"/>
          <w:insideV w:val="single" w:sz="8" w:space="0" w:color="F79646" w:themeColor="accent6"/>
        </w:tcBorders>
      </w:tcPr>
    </w:tblStylePr>
    <w:tblStylePr w:type="firstCol">
      <w:rPr>
        <w:rFonts w:asciiTheme="majorHAnsi" w:eastAsiaTheme="majorEastAsia" w:hAnsiTheme="majorHAnsi" w:cstheme="majorBidi"/>
        <w:b/>
        <w:bCs/>
      </w:rPr>
    </w:tblStylePr>
    <w:tblStylePr w:type="lastCol">
      <w:rPr>
        <w:rFonts w:asciiTheme="majorHAnsi" w:eastAsiaTheme="majorEastAsia" w:hAnsiTheme="majorHAnsi" w:cstheme="majorBidi"/>
        <w:b/>
        <w:bCs/>
      </w:rPr>
      <w:tblPr/>
      <w:tcPr>
        <w:tcBorders>
          <w:top w:val="single" w:sz="8" w:space="0" w:color="F79646" w:themeColor="accent6"/>
          <w:left w:val="single" w:sz="8" w:space="0" w:color="F79646" w:themeColor="accent6"/>
          <w:bottom w:val="single" w:sz="8" w:space="0" w:color="F79646" w:themeColor="accent6"/>
          <w:right w:val="single" w:sz="8" w:space="0" w:color="F79646" w:themeColor="accent6"/>
        </w:tcBorders>
      </w:tcPr>
    </w:tblStylePr>
    <w:tblStylePr w:type="band1Vert">
      <w:tblPr/>
      <w:tcPr>
        <w:tcBorders>
          <w:top w:val="single" w:sz="8" w:space="0" w:color="F79646" w:themeColor="accent6"/>
          <w:left w:val="single" w:sz="8" w:space="0" w:color="F79646" w:themeColor="accent6"/>
          <w:bottom w:val="single" w:sz="8" w:space="0" w:color="F79646" w:themeColor="accent6"/>
          <w:right w:val="single" w:sz="8" w:space="0" w:color="F79646" w:themeColor="accent6"/>
        </w:tcBorders>
        <w:shd w:val="clear" w:color="auto" w:fill="FDE4D0" w:themeFill="accent6" w:themeFillTint="3F"/>
      </w:tcPr>
    </w:tblStylePr>
    <w:tblStylePr w:type="band1Horz">
      <w:tblPr/>
      <w:tcPr>
        <w:tcBorders>
          <w:top w:val="single" w:sz="8" w:space="0" w:color="F79646" w:themeColor="accent6"/>
          <w:left w:val="single" w:sz="8" w:space="0" w:color="F79646" w:themeColor="accent6"/>
          <w:bottom w:val="single" w:sz="8" w:space="0" w:color="F79646" w:themeColor="accent6"/>
          <w:right w:val="single" w:sz="8" w:space="0" w:color="F79646" w:themeColor="accent6"/>
          <w:insideV w:val="single" w:sz="8" w:space="0" w:color="F79646" w:themeColor="accent6"/>
        </w:tcBorders>
        <w:shd w:val="clear" w:color="auto" w:fill="FDE4D0" w:themeFill="accent6" w:themeFillTint="3F"/>
      </w:tcPr>
    </w:tblStylePr>
    <w:tblStylePr w:type="band2Horz">
      <w:tblPr/>
      <w:tcPr>
        <w:tcBorders>
          <w:top w:val="single" w:sz="8" w:space="0" w:color="F79646" w:themeColor="accent6"/>
          <w:left w:val="single" w:sz="8" w:space="0" w:color="F79646" w:themeColor="accent6"/>
          <w:bottom w:val="single" w:sz="8" w:space="0" w:color="F79646" w:themeColor="accent6"/>
          <w:right w:val="single" w:sz="8" w:space="0" w:color="F79646" w:themeColor="accent6"/>
          <w:insideV w:val="single" w:sz="8" w:space="0" w:color="F79646" w:themeColor="accent6"/>
        </w:tcBorders>
      </w:tcPr>
    </w:tblStylePr>
  </w:style>
  <w:style w:type="table" w:styleId="MediumShading1">
    <w:name w:val="Medium Shading 1"/>
    <w:basedOn w:val="TableNormal"/>
    <w:uiPriority w:val="63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404040" w:themeColor="text1" w:themeTint="BF"/>
        <w:left w:val="single" w:sz="8" w:space="0" w:color="404040" w:themeColor="text1" w:themeTint="BF"/>
        <w:bottom w:val="single" w:sz="8" w:space="0" w:color="404040" w:themeColor="text1" w:themeTint="BF"/>
        <w:right w:val="single" w:sz="8" w:space="0" w:color="404040" w:themeColor="text1" w:themeTint="BF"/>
        <w:insideH w:val="single" w:sz="8" w:space="0" w:color="404040" w:themeColor="text1" w:themeTint="BF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tcBorders>
          <w:top w:val="single" w:sz="8" w:space="0" w:color="404040" w:themeColor="text1" w:themeTint="BF"/>
          <w:left w:val="single" w:sz="8" w:space="0" w:color="404040" w:themeColor="text1" w:themeTint="BF"/>
          <w:bottom w:val="single" w:sz="8" w:space="0" w:color="404040" w:themeColor="text1" w:themeTint="BF"/>
          <w:right w:val="single" w:sz="8" w:space="0" w:color="404040" w:themeColor="text1" w:themeTint="BF"/>
          <w:insideH w:val="nil"/>
          <w:insideV w:val="nil"/>
        </w:tcBorders>
        <w:shd w:val="clear" w:color="auto" w:fill="000000" w:themeFill="text1"/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double" w:sz="6" w:space="0" w:color="404040" w:themeColor="text1" w:themeTint="BF"/>
          <w:left w:val="single" w:sz="8" w:space="0" w:color="404040" w:themeColor="text1" w:themeTint="BF"/>
          <w:bottom w:val="single" w:sz="8" w:space="0" w:color="404040" w:themeColor="text1" w:themeTint="BF"/>
          <w:right w:val="single" w:sz="8" w:space="0" w:color="404040" w:themeColor="text1" w:themeTint="BF"/>
          <w:insideH w:val="nil"/>
          <w:insideV w:val="nil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shd w:val="clear" w:color="auto" w:fill="C0C0C0" w:themeFill="text1" w:themeFillTint="3F"/>
      </w:tcPr>
    </w:tblStylePr>
    <w:tblStylePr w:type="band1Horz">
      <w:tblPr/>
      <w:tcPr>
        <w:tcBorders>
          <w:insideH w:val="nil"/>
          <w:insideV w:val="nil"/>
        </w:tcBorders>
        <w:shd w:val="clear" w:color="auto" w:fill="C0C0C0" w:themeFill="text1" w:themeFillTint="3F"/>
      </w:tcPr>
    </w:tblStylePr>
    <w:tblStylePr w:type="band2Horz">
      <w:tblPr/>
      <w:tcPr>
        <w:tcBorders>
          <w:insideH w:val="nil"/>
          <w:insideV w:val="nil"/>
        </w:tcBorders>
      </w:tcPr>
    </w:tblStylePr>
  </w:style>
  <w:style w:type="table" w:styleId="MediumShading1-Accent1">
    <w:name w:val="Medium Shading 1 Accent 1"/>
    <w:basedOn w:val="TableNormal"/>
    <w:uiPriority w:val="63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7BA0CD" w:themeColor="accent1" w:themeTint="BF"/>
        <w:left w:val="single" w:sz="8" w:space="0" w:color="7BA0CD" w:themeColor="accent1" w:themeTint="BF"/>
        <w:bottom w:val="single" w:sz="8" w:space="0" w:color="7BA0CD" w:themeColor="accent1" w:themeTint="BF"/>
        <w:right w:val="single" w:sz="8" w:space="0" w:color="7BA0CD" w:themeColor="accent1" w:themeTint="BF"/>
        <w:insideH w:val="single" w:sz="8" w:space="0" w:color="7BA0CD" w:themeColor="accent1" w:themeTint="BF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tcBorders>
          <w:top w:val="single" w:sz="8" w:space="0" w:color="7BA0CD" w:themeColor="accent1" w:themeTint="BF"/>
          <w:left w:val="single" w:sz="8" w:space="0" w:color="7BA0CD" w:themeColor="accent1" w:themeTint="BF"/>
          <w:bottom w:val="single" w:sz="8" w:space="0" w:color="7BA0CD" w:themeColor="accent1" w:themeTint="BF"/>
          <w:right w:val="single" w:sz="8" w:space="0" w:color="7BA0CD" w:themeColor="accent1" w:themeTint="BF"/>
          <w:insideH w:val="nil"/>
          <w:insideV w:val="nil"/>
        </w:tcBorders>
        <w:shd w:val="clear" w:color="auto" w:fill="4F81BD" w:themeFill="accent1"/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double" w:sz="6" w:space="0" w:color="7BA0CD" w:themeColor="accent1" w:themeTint="BF"/>
          <w:left w:val="single" w:sz="8" w:space="0" w:color="7BA0CD" w:themeColor="accent1" w:themeTint="BF"/>
          <w:bottom w:val="single" w:sz="8" w:space="0" w:color="7BA0CD" w:themeColor="accent1" w:themeTint="BF"/>
          <w:right w:val="single" w:sz="8" w:space="0" w:color="7BA0CD" w:themeColor="accent1" w:themeTint="BF"/>
          <w:insideH w:val="nil"/>
          <w:insideV w:val="nil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shd w:val="clear" w:color="auto" w:fill="D3DFEE" w:themeFill="accent1" w:themeFillTint="3F"/>
      </w:tcPr>
    </w:tblStylePr>
    <w:tblStylePr w:type="band1Horz">
      <w:tblPr/>
      <w:tcPr>
        <w:tcBorders>
          <w:insideH w:val="nil"/>
          <w:insideV w:val="nil"/>
        </w:tcBorders>
        <w:shd w:val="clear" w:color="auto" w:fill="D3DFEE" w:themeFill="accent1" w:themeFillTint="3F"/>
      </w:tcPr>
    </w:tblStylePr>
    <w:tblStylePr w:type="band2Horz">
      <w:tblPr/>
      <w:tcPr>
        <w:tcBorders>
          <w:insideH w:val="nil"/>
          <w:insideV w:val="nil"/>
        </w:tcBorders>
      </w:tcPr>
    </w:tblStylePr>
  </w:style>
  <w:style w:type="table" w:styleId="MediumShading1-Accent2">
    <w:name w:val="Medium Shading 1 Accent 2"/>
    <w:basedOn w:val="TableNormal"/>
    <w:uiPriority w:val="63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CF7B79" w:themeColor="accent2" w:themeTint="BF"/>
        <w:left w:val="single" w:sz="8" w:space="0" w:color="CF7B79" w:themeColor="accent2" w:themeTint="BF"/>
        <w:bottom w:val="single" w:sz="8" w:space="0" w:color="CF7B79" w:themeColor="accent2" w:themeTint="BF"/>
        <w:right w:val="single" w:sz="8" w:space="0" w:color="CF7B79" w:themeColor="accent2" w:themeTint="BF"/>
        <w:insideH w:val="single" w:sz="8" w:space="0" w:color="CF7B79" w:themeColor="accent2" w:themeTint="BF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tcBorders>
          <w:top w:val="single" w:sz="8" w:space="0" w:color="CF7B79" w:themeColor="accent2" w:themeTint="BF"/>
          <w:left w:val="single" w:sz="8" w:space="0" w:color="CF7B79" w:themeColor="accent2" w:themeTint="BF"/>
          <w:bottom w:val="single" w:sz="8" w:space="0" w:color="CF7B79" w:themeColor="accent2" w:themeTint="BF"/>
          <w:right w:val="single" w:sz="8" w:space="0" w:color="CF7B79" w:themeColor="accent2" w:themeTint="BF"/>
          <w:insideH w:val="nil"/>
          <w:insideV w:val="nil"/>
        </w:tcBorders>
        <w:shd w:val="clear" w:color="auto" w:fill="C0504D" w:themeFill="accent2"/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double" w:sz="6" w:space="0" w:color="CF7B79" w:themeColor="accent2" w:themeTint="BF"/>
          <w:left w:val="single" w:sz="8" w:space="0" w:color="CF7B79" w:themeColor="accent2" w:themeTint="BF"/>
          <w:bottom w:val="single" w:sz="8" w:space="0" w:color="CF7B79" w:themeColor="accent2" w:themeTint="BF"/>
          <w:right w:val="single" w:sz="8" w:space="0" w:color="CF7B79" w:themeColor="accent2" w:themeTint="BF"/>
          <w:insideH w:val="nil"/>
          <w:insideV w:val="nil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shd w:val="clear" w:color="auto" w:fill="EFD3D2" w:themeFill="accent2" w:themeFillTint="3F"/>
      </w:tcPr>
    </w:tblStylePr>
    <w:tblStylePr w:type="band1Horz">
      <w:tblPr/>
      <w:tcPr>
        <w:tcBorders>
          <w:insideH w:val="nil"/>
          <w:insideV w:val="nil"/>
        </w:tcBorders>
        <w:shd w:val="clear" w:color="auto" w:fill="EFD3D2" w:themeFill="accent2" w:themeFillTint="3F"/>
      </w:tcPr>
    </w:tblStylePr>
    <w:tblStylePr w:type="band2Horz">
      <w:tblPr/>
      <w:tcPr>
        <w:tcBorders>
          <w:insideH w:val="nil"/>
          <w:insideV w:val="nil"/>
        </w:tcBorders>
      </w:tcPr>
    </w:tblStylePr>
  </w:style>
  <w:style w:type="table" w:styleId="MediumShading1-Accent3">
    <w:name w:val="Medium Shading 1 Accent 3"/>
    <w:basedOn w:val="TableNormal"/>
    <w:uiPriority w:val="63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B3CC82" w:themeColor="accent3" w:themeTint="BF"/>
        <w:left w:val="single" w:sz="8" w:space="0" w:color="B3CC82" w:themeColor="accent3" w:themeTint="BF"/>
        <w:bottom w:val="single" w:sz="8" w:space="0" w:color="B3CC82" w:themeColor="accent3" w:themeTint="BF"/>
        <w:right w:val="single" w:sz="8" w:space="0" w:color="B3CC82" w:themeColor="accent3" w:themeTint="BF"/>
        <w:insideH w:val="single" w:sz="8" w:space="0" w:color="B3CC82" w:themeColor="accent3" w:themeTint="BF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tcBorders>
          <w:top w:val="single" w:sz="8" w:space="0" w:color="B3CC82" w:themeColor="accent3" w:themeTint="BF"/>
          <w:left w:val="single" w:sz="8" w:space="0" w:color="B3CC82" w:themeColor="accent3" w:themeTint="BF"/>
          <w:bottom w:val="single" w:sz="8" w:space="0" w:color="B3CC82" w:themeColor="accent3" w:themeTint="BF"/>
          <w:right w:val="single" w:sz="8" w:space="0" w:color="B3CC82" w:themeColor="accent3" w:themeTint="BF"/>
          <w:insideH w:val="nil"/>
          <w:insideV w:val="nil"/>
        </w:tcBorders>
        <w:shd w:val="clear" w:color="auto" w:fill="9BBB59" w:themeFill="accent3"/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double" w:sz="6" w:space="0" w:color="B3CC82" w:themeColor="accent3" w:themeTint="BF"/>
          <w:left w:val="single" w:sz="8" w:space="0" w:color="B3CC82" w:themeColor="accent3" w:themeTint="BF"/>
          <w:bottom w:val="single" w:sz="8" w:space="0" w:color="B3CC82" w:themeColor="accent3" w:themeTint="BF"/>
          <w:right w:val="single" w:sz="8" w:space="0" w:color="B3CC82" w:themeColor="accent3" w:themeTint="BF"/>
          <w:insideH w:val="nil"/>
          <w:insideV w:val="nil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shd w:val="clear" w:color="auto" w:fill="E6EED5" w:themeFill="accent3" w:themeFillTint="3F"/>
      </w:tcPr>
    </w:tblStylePr>
    <w:tblStylePr w:type="band1Horz">
      <w:tblPr/>
      <w:tcPr>
        <w:tcBorders>
          <w:insideH w:val="nil"/>
          <w:insideV w:val="nil"/>
        </w:tcBorders>
        <w:shd w:val="clear" w:color="auto" w:fill="E6EED5" w:themeFill="accent3" w:themeFillTint="3F"/>
      </w:tcPr>
    </w:tblStylePr>
    <w:tblStylePr w:type="band2Horz">
      <w:tblPr/>
      <w:tcPr>
        <w:tcBorders>
          <w:insideH w:val="nil"/>
          <w:insideV w:val="nil"/>
        </w:tcBorders>
      </w:tcPr>
    </w:tblStylePr>
  </w:style>
  <w:style w:type="table" w:styleId="MediumShading1-Accent4">
    <w:name w:val="Medium Shading 1 Accent 4"/>
    <w:basedOn w:val="TableNormal"/>
    <w:uiPriority w:val="63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9F8AB9" w:themeColor="accent4" w:themeTint="BF"/>
        <w:left w:val="single" w:sz="8" w:space="0" w:color="9F8AB9" w:themeColor="accent4" w:themeTint="BF"/>
        <w:bottom w:val="single" w:sz="8" w:space="0" w:color="9F8AB9" w:themeColor="accent4" w:themeTint="BF"/>
        <w:right w:val="single" w:sz="8" w:space="0" w:color="9F8AB9" w:themeColor="accent4" w:themeTint="BF"/>
        <w:insideH w:val="single" w:sz="8" w:space="0" w:color="9F8AB9" w:themeColor="accent4" w:themeTint="BF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tcBorders>
          <w:top w:val="single" w:sz="8" w:space="0" w:color="9F8AB9" w:themeColor="accent4" w:themeTint="BF"/>
          <w:left w:val="single" w:sz="8" w:space="0" w:color="9F8AB9" w:themeColor="accent4" w:themeTint="BF"/>
          <w:bottom w:val="single" w:sz="8" w:space="0" w:color="9F8AB9" w:themeColor="accent4" w:themeTint="BF"/>
          <w:right w:val="single" w:sz="8" w:space="0" w:color="9F8AB9" w:themeColor="accent4" w:themeTint="BF"/>
          <w:insideH w:val="nil"/>
          <w:insideV w:val="nil"/>
        </w:tcBorders>
        <w:shd w:val="clear" w:color="auto" w:fill="8064A2" w:themeFill="accent4"/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double" w:sz="6" w:space="0" w:color="9F8AB9" w:themeColor="accent4" w:themeTint="BF"/>
          <w:left w:val="single" w:sz="8" w:space="0" w:color="9F8AB9" w:themeColor="accent4" w:themeTint="BF"/>
          <w:bottom w:val="single" w:sz="8" w:space="0" w:color="9F8AB9" w:themeColor="accent4" w:themeTint="BF"/>
          <w:right w:val="single" w:sz="8" w:space="0" w:color="9F8AB9" w:themeColor="accent4" w:themeTint="BF"/>
          <w:insideH w:val="nil"/>
          <w:insideV w:val="nil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shd w:val="clear" w:color="auto" w:fill="DFD8E8" w:themeFill="accent4" w:themeFillTint="3F"/>
      </w:tcPr>
    </w:tblStylePr>
    <w:tblStylePr w:type="band1Horz">
      <w:tblPr/>
      <w:tcPr>
        <w:tcBorders>
          <w:insideH w:val="nil"/>
          <w:insideV w:val="nil"/>
        </w:tcBorders>
        <w:shd w:val="clear" w:color="auto" w:fill="DFD8E8" w:themeFill="accent4" w:themeFillTint="3F"/>
      </w:tcPr>
    </w:tblStylePr>
    <w:tblStylePr w:type="band2Horz">
      <w:tblPr/>
      <w:tcPr>
        <w:tcBorders>
          <w:insideH w:val="nil"/>
          <w:insideV w:val="nil"/>
        </w:tcBorders>
      </w:tcPr>
    </w:tblStylePr>
  </w:style>
  <w:style w:type="table" w:styleId="MediumShading1-Accent5">
    <w:name w:val="Medium Shading 1 Accent 5"/>
    <w:basedOn w:val="TableNormal"/>
    <w:uiPriority w:val="63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78C0D4" w:themeColor="accent5" w:themeTint="BF"/>
        <w:left w:val="single" w:sz="8" w:space="0" w:color="78C0D4" w:themeColor="accent5" w:themeTint="BF"/>
        <w:bottom w:val="single" w:sz="8" w:space="0" w:color="78C0D4" w:themeColor="accent5" w:themeTint="BF"/>
        <w:right w:val="single" w:sz="8" w:space="0" w:color="78C0D4" w:themeColor="accent5" w:themeTint="BF"/>
        <w:insideH w:val="single" w:sz="8" w:space="0" w:color="78C0D4" w:themeColor="accent5" w:themeTint="BF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tcBorders>
          <w:top w:val="single" w:sz="8" w:space="0" w:color="78C0D4" w:themeColor="accent5" w:themeTint="BF"/>
          <w:left w:val="single" w:sz="8" w:space="0" w:color="78C0D4" w:themeColor="accent5" w:themeTint="BF"/>
          <w:bottom w:val="single" w:sz="8" w:space="0" w:color="78C0D4" w:themeColor="accent5" w:themeTint="BF"/>
          <w:right w:val="single" w:sz="8" w:space="0" w:color="78C0D4" w:themeColor="accent5" w:themeTint="BF"/>
          <w:insideH w:val="nil"/>
          <w:insideV w:val="nil"/>
        </w:tcBorders>
        <w:shd w:val="clear" w:color="auto" w:fill="4BACC6" w:themeFill="accent5"/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double" w:sz="6" w:space="0" w:color="78C0D4" w:themeColor="accent5" w:themeTint="BF"/>
          <w:left w:val="single" w:sz="8" w:space="0" w:color="78C0D4" w:themeColor="accent5" w:themeTint="BF"/>
          <w:bottom w:val="single" w:sz="8" w:space="0" w:color="78C0D4" w:themeColor="accent5" w:themeTint="BF"/>
          <w:right w:val="single" w:sz="8" w:space="0" w:color="78C0D4" w:themeColor="accent5" w:themeTint="BF"/>
          <w:insideH w:val="nil"/>
          <w:insideV w:val="nil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shd w:val="clear" w:color="auto" w:fill="D2EAF1" w:themeFill="accent5" w:themeFillTint="3F"/>
      </w:tcPr>
    </w:tblStylePr>
    <w:tblStylePr w:type="band1Horz">
      <w:tblPr/>
      <w:tcPr>
        <w:tcBorders>
          <w:insideH w:val="nil"/>
          <w:insideV w:val="nil"/>
        </w:tcBorders>
        <w:shd w:val="clear" w:color="auto" w:fill="D2EAF1" w:themeFill="accent5" w:themeFillTint="3F"/>
      </w:tcPr>
    </w:tblStylePr>
    <w:tblStylePr w:type="band2Horz">
      <w:tblPr/>
      <w:tcPr>
        <w:tcBorders>
          <w:insideH w:val="nil"/>
          <w:insideV w:val="nil"/>
        </w:tcBorders>
      </w:tcPr>
    </w:tblStylePr>
  </w:style>
  <w:style w:type="table" w:styleId="MediumShading1-Accent6">
    <w:name w:val="Medium Shading 1 Accent 6"/>
    <w:basedOn w:val="TableNormal"/>
    <w:uiPriority w:val="63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F9B074" w:themeColor="accent6" w:themeTint="BF"/>
        <w:left w:val="single" w:sz="8" w:space="0" w:color="F9B074" w:themeColor="accent6" w:themeTint="BF"/>
        <w:bottom w:val="single" w:sz="8" w:space="0" w:color="F9B074" w:themeColor="accent6" w:themeTint="BF"/>
        <w:right w:val="single" w:sz="8" w:space="0" w:color="F9B074" w:themeColor="accent6" w:themeTint="BF"/>
        <w:insideH w:val="single" w:sz="8" w:space="0" w:color="F9B074" w:themeColor="accent6" w:themeTint="BF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tcBorders>
          <w:top w:val="single" w:sz="8" w:space="0" w:color="F9B074" w:themeColor="accent6" w:themeTint="BF"/>
          <w:left w:val="single" w:sz="8" w:space="0" w:color="F9B074" w:themeColor="accent6" w:themeTint="BF"/>
          <w:bottom w:val="single" w:sz="8" w:space="0" w:color="F9B074" w:themeColor="accent6" w:themeTint="BF"/>
          <w:right w:val="single" w:sz="8" w:space="0" w:color="F9B074" w:themeColor="accent6" w:themeTint="BF"/>
          <w:insideH w:val="nil"/>
          <w:insideV w:val="nil"/>
        </w:tcBorders>
        <w:shd w:val="clear" w:color="auto" w:fill="F79646" w:themeFill="accent6"/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double" w:sz="6" w:space="0" w:color="F9B074" w:themeColor="accent6" w:themeTint="BF"/>
          <w:left w:val="single" w:sz="8" w:space="0" w:color="F9B074" w:themeColor="accent6" w:themeTint="BF"/>
          <w:bottom w:val="single" w:sz="8" w:space="0" w:color="F9B074" w:themeColor="accent6" w:themeTint="BF"/>
          <w:right w:val="single" w:sz="8" w:space="0" w:color="F9B074" w:themeColor="accent6" w:themeTint="BF"/>
          <w:insideH w:val="nil"/>
          <w:insideV w:val="nil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shd w:val="clear" w:color="auto" w:fill="FDE4D0" w:themeFill="accent6" w:themeFillTint="3F"/>
      </w:tcPr>
    </w:tblStylePr>
    <w:tblStylePr w:type="band1Horz">
      <w:tblPr/>
      <w:tcPr>
        <w:tcBorders>
          <w:insideH w:val="nil"/>
          <w:insideV w:val="nil"/>
        </w:tcBorders>
        <w:shd w:val="clear" w:color="auto" w:fill="FDE4D0" w:themeFill="accent6" w:themeFillTint="3F"/>
      </w:tcPr>
    </w:tblStylePr>
    <w:tblStylePr w:type="band2Horz">
      <w:tblPr/>
      <w:tcPr>
        <w:tcBorders>
          <w:insideH w:val="nil"/>
          <w:insideV w:val="nil"/>
        </w:tcBorders>
      </w:tcPr>
    </w:tblStylePr>
  </w:style>
  <w:style w:type="table" w:styleId="MediumShading2">
    <w:name w:val="Medium Shading 2"/>
    <w:basedOn w:val="TableNormal"/>
    <w:uiPriority w:val="64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18" w:space="0" w:color="auto"/>
        <w:bottom w:val="single" w:sz="18" w:space="0" w:color="auto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000000" w:themeFill="text1"/>
      </w:tcPr>
    </w:tblStylePr>
    <w:tblStylePr w:type="lastRow">
      <w:pPr>
        <w:spacing w:before="0" w:after="0" w:line="240" w:lineRule="auto"/>
      </w:pPr>
      <w:rPr>
        <w:color w:val="auto"/>
      </w:rPr>
      <w:tblPr/>
      <w:tcPr>
        <w:tcBorders>
          <w:top w:val="double" w:sz="6" w:space="0" w:color="auto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rPr>
        <w:b/>
        <w:bCs/>
        <w:color w:val="FFFFFF" w:themeColor="background1"/>
      </w:rPr>
      <w:tblPr/>
      <w:tcPr>
        <w:tcBorders>
          <w:top w:val="nil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000000" w:themeFill="text1"/>
      </w:tcPr>
    </w:tblStylePr>
    <w:tblStylePr w:type="lastCol">
      <w:rPr>
        <w:b/>
        <w:bCs/>
        <w:color w:val="FFFFFF" w:themeColor="background1"/>
      </w:rPr>
      <w:tblPr/>
      <w:tcPr>
        <w:tcBorders>
          <w:left w:val="nil"/>
          <w:right w:val="nil"/>
          <w:insideH w:val="nil"/>
          <w:insideV w:val="nil"/>
        </w:tcBorders>
        <w:shd w:val="clear" w:color="auto" w:fill="000000" w:themeFill="text1"/>
      </w:tc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D8D8D8" w:themeFill="background1" w:themeFillShade="D8"/>
      </w:tcPr>
    </w:tblStylePr>
    <w:tblStylePr w:type="band1Horz">
      <w:tblPr/>
      <w:tcPr>
        <w:shd w:val="clear" w:color="auto" w:fill="D8D8D8" w:themeFill="background1" w:themeFillShade="D8"/>
      </w:tcPr>
    </w:tblStylePr>
    <w:tblStylePr w:type="neCell"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</w:tcPr>
    </w:tblStylePr>
    <w:tblStylePr w:type="nwCell">
      <w:rPr>
        <w:color w:val="FFFFFF" w:themeColor="background1"/>
      </w:rPr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</w:tcPr>
    </w:tblStylePr>
  </w:style>
  <w:style w:type="table" w:styleId="MediumShading2-Accent1">
    <w:name w:val="Medium Shading 2 Accent 1"/>
    <w:basedOn w:val="TableNormal"/>
    <w:uiPriority w:val="64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18" w:space="0" w:color="auto"/>
        <w:bottom w:val="single" w:sz="18" w:space="0" w:color="auto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4F81BD" w:themeFill="accent1"/>
      </w:tcPr>
    </w:tblStylePr>
    <w:tblStylePr w:type="lastRow">
      <w:pPr>
        <w:spacing w:before="0" w:after="0" w:line="240" w:lineRule="auto"/>
      </w:pPr>
      <w:rPr>
        <w:color w:val="auto"/>
      </w:rPr>
      <w:tblPr/>
      <w:tcPr>
        <w:tcBorders>
          <w:top w:val="double" w:sz="6" w:space="0" w:color="auto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rPr>
        <w:b/>
        <w:bCs/>
        <w:color w:val="FFFFFF" w:themeColor="background1"/>
      </w:rPr>
      <w:tblPr/>
      <w:tcPr>
        <w:tcBorders>
          <w:top w:val="nil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4F81BD" w:themeFill="accent1"/>
      </w:tcPr>
    </w:tblStylePr>
    <w:tblStylePr w:type="lastCol">
      <w:rPr>
        <w:b/>
        <w:bCs/>
        <w:color w:val="FFFFFF" w:themeColor="background1"/>
      </w:rPr>
      <w:tblPr/>
      <w:tcPr>
        <w:tcBorders>
          <w:left w:val="nil"/>
          <w:right w:val="nil"/>
          <w:insideH w:val="nil"/>
          <w:insideV w:val="nil"/>
        </w:tcBorders>
        <w:shd w:val="clear" w:color="auto" w:fill="4F81BD" w:themeFill="accent1"/>
      </w:tc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D8D8D8" w:themeFill="background1" w:themeFillShade="D8"/>
      </w:tcPr>
    </w:tblStylePr>
    <w:tblStylePr w:type="band1Horz">
      <w:tblPr/>
      <w:tcPr>
        <w:shd w:val="clear" w:color="auto" w:fill="D8D8D8" w:themeFill="background1" w:themeFillShade="D8"/>
      </w:tcPr>
    </w:tblStylePr>
    <w:tblStylePr w:type="neCell"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</w:tcPr>
    </w:tblStylePr>
    <w:tblStylePr w:type="nwCell">
      <w:rPr>
        <w:color w:val="FFFFFF" w:themeColor="background1"/>
      </w:rPr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</w:tcPr>
    </w:tblStylePr>
  </w:style>
  <w:style w:type="table" w:styleId="MediumShading2-Accent2">
    <w:name w:val="Medium Shading 2 Accent 2"/>
    <w:basedOn w:val="TableNormal"/>
    <w:uiPriority w:val="64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18" w:space="0" w:color="auto"/>
        <w:bottom w:val="single" w:sz="18" w:space="0" w:color="auto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C0504D" w:themeFill="accent2"/>
      </w:tcPr>
    </w:tblStylePr>
    <w:tblStylePr w:type="lastRow">
      <w:pPr>
        <w:spacing w:before="0" w:after="0" w:line="240" w:lineRule="auto"/>
      </w:pPr>
      <w:rPr>
        <w:color w:val="auto"/>
      </w:rPr>
      <w:tblPr/>
      <w:tcPr>
        <w:tcBorders>
          <w:top w:val="double" w:sz="6" w:space="0" w:color="auto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rPr>
        <w:b/>
        <w:bCs/>
        <w:color w:val="FFFFFF" w:themeColor="background1"/>
      </w:rPr>
      <w:tblPr/>
      <w:tcPr>
        <w:tcBorders>
          <w:top w:val="nil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C0504D" w:themeFill="accent2"/>
      </w:tcPr>
    </w:tblStylePr>
    <w:tblStylePr w:type="lastCol">
      <w:rPr>
        <w:b/>
        <w:bCs/>
        <w:color w:val="FFFFFF" w:themeColor="background1"/>
      </w:rPr>
      <w:tblPr/>
      <w:tcPr>
        <w:tcBorders>
          <w:left w:val="nil"/>
          <w:right w:val="nil"/>
          <w:insideH w:val="nil"/>
          <w:insideV w:val="nil"/>
        </w:tcBorders>
        <w:shd w:val="clear" w:color="auto" w:fill="C0504D" w:themeFill="accent2"/>
      </w:tc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D8D8D8" w:themeFill="background1" w:themeFillShade="D8"/>
      </w:tcPr>
    </w:tblStylePr>
    <w:tblStylePr w:type="band1Horz">
      <w:tblPr/>
      <w:tcPr>
        <w:shd w:val="clear" w:color="auto" w:fill="D8D8D8" w:themeFill="background1" w:themeFillShade="D8"/>
      </w:tcPr>
    </w:tblStylePr>
    <w:tblStylePr w:type="neCell"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</w:tcPr>
    </w:tblStylePr>
    <w:tblStylePr w:type="nwCell">
      <w:rPr>
        <w:color w:val="FFFFFF" w:themeColor="background1"/>
      </w:rPr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</w:tcPr>
    </w:tblStylePr>
  </w:style>
  <w:style w:type="table" w:styleId="MediumShading2-Accent3">
    <w:name w:val="Medium Shading 2 Accent 3"/>
    <w:basedOn w:val="TableNormal"/>
    <w:uiPriority w:val="64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18" w:space="0" w:color="auto"/>
        <w:bottom w:val="single" w:sz="18" w:space="0" w:color="auto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9BBB59" w:themeFill="accent3"/>
      </w:tcPr>
    </w:tblStylePr>
    <w:tblStylePr w:type="lastRow">
      <w:pPr>
        <w:spacing w:before="0" w:after="0" w:line="240" w:lineRule="auto"/>
      </w:pPr>
      <w:rPr>
        <w:color w:val="auto"/>
      </w:rPr>
      <w:tblPr/>
      <w:tcPr>
        <w:tcBorders>
          <w:top w:val="double" w:sz="6" w:space="0" w:color="auto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rPr>
        <w:b/>
        <w:bCs/>
        <w:color w:val="FFFFFF" w:themeColor="background1"/>
      </w:rPr>
      <w:tblPr/>
      <w:tcPr>
        <w:tcBorders>
          <w:top w:val="nil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9BBB59" w:themeFill="accent3"/>
      </w:tcPr>
    </w:tblStylePr>
    <w:tblStylePr w:type="lastCol">
      <w:rPr>
        <w:b/>
        <w:bCs/>
        <w:color w:val="FFFFFF" w:themeColor="background1"/>
      </w:rPr>
      <w:tblPr/>
      <w:tcPr>
        <w:tcBorders>
          <w:left w:val="nil"/>
          <w:right w:val="nil"/>
          <w:insideH w:val="nil"/>
          <w:insideV w:val="nil"/>
        </w:tcBorders>
        <w:shd w:val="clear" w:color="auto" w:fill="9BBB59" w:themeFill="accent3"/>
      </w:tc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D8D8D8" w:themeFill="background1" w:themeFillShade="D8"/>
      </w:tcPr>
    </w:tblStylePr>
    <w:tblStylePr w:type="band1Horz">
      <w:tblPr/>
      <w:tcPr>
        <w:shd w:val="clear" w:color="auto" w:fill="D8D8D8" w:themeFill="background1" w:themeFillShade="D8"/>
      </w:tcPr>
    </w:tblStylePr>
    <w:tblStylePr w:type="neCell"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</w:tcPr>
    </w:tblStylePr>
    <w:tblStylePr w:type="nwCell">
      <w:rPr>
        <w:color w:val="FFFFFF" w:themeColor="background1"/>
      </w:rPr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</w:tcPr>
    </w:tblStylePr>
  </w:style>
  <w:style w:type="table" w:styleId="MediumShading2-Accent4">
    <w:name w:val="Medium Shading 2 Accent 4"/>
    <w:basedOn w:val="TableNormal"/>
    <w:uiPriority w:val="64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18" w:space="0" w:color="auto"/>
        <w:bottom w:val="single" w:sz="18" w:space="0" w:color="auto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8064A2" w:themeFill="accent4"/>
      </w:tcPr>
    </w:tblStylePr>
    <w:tblStylePr w:type="lastRow">
      <w:pPr>
        <w:spacing w:before="0" w:after="0" w:line="240" w:lineRule="auto"/>
      </w:pPr>
      <w:rPr>
        <w:color w:val="auto"/>
      </w:rPr>
      <w:tblPr/>
      <w:tcPr>
        <w:tcBorders>
          <w:top w:val="double" w:sz="6" w:space="0" w:color="auto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rPr>
        <w:b/>
        <w:bCs/>
        <w:color w:val="FFFFFF" w:themeColor="background1"/>
      </w:rPr>
      <w:tblPr/>
      <w:tcPr>
        <w:tcBorders>
          <w:top w:val="nil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8064A2" w:themeFill="accent4"/>
      </w:tcPr>
    </w:tblStylePr>
    <w:tblStylePr w:type="lastCol">
      <w:rPr>
        <w:b/>
        <w:bCs/>
        <w:color w:val="FFFFFF" w:themeColor="background1"/>
      </w:rPr>
      <w:tblPr/>
      <w:tcPr>
        <w:tcBorders>
          <w:left w:val="nil"/>
          <w:right w:val="nil"/>
          <w:insideH w:val="nil"/>
          <w:insideV w:val="nil"/>
        </w:tcBorders>
        <w:shd w:val="clear" w:color="auto" w:fill="8064A2" w:themeFill="accent4"/>
      </w:tc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D8D8D8" w:themeFill="background1" w:themeFillShade="D8"/>
      </w:tcPr>
    </w:tblStylePr>
    <w:tblStylePr w:type="band1Horz">
      <w:tblPr/>
      <w:tcPr>
        <w:shd w:val="clear" w:color="auto" w:fill="D8D8D8" w:themeFill="background1" w:themeFillShade="D8"/>
      </w:tcPr>
    </w:tblStylePr>
    <w:tblStylePr w:type="neCell"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</w:tcPr>
    </w:tblStylePr>
    <w:tblStylePr w:type="nwCell">
      <w:rPr>
        <w:color w:val="FFFFFF" w:themeColor="background1"/>
      </w:rPr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</w:tcPr>
    </w:tblStylePr>
  </w:style>
  <w:style w:type="table" w:styleId="MediumShading2-Accent5">
    <w:name w:val="Medium Shading 2 Accent 5"/>
    <w:basedOn w:val="TableNormal"/>
    <w:uiPriority w:val="64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18" w:space="0" w:color="auto"/>
        <w:bottom w:val="single" w:sz="18" w:space="0" w:color="auto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4BACC6" w:themeFill="accent5"/>
      </w:tcPr>
    </w:tblStylePr>
    <w:tblStylePr w:type="lastRow">
      <w:pPr>
        <w:spacing w:before="0" w:after="0" w:line="240" w:lineRule="auto"/>
      </w:pPr>
      <w:rPr>
        <w:color w:val="auto"/>
      </w:rPr>
      <w:tblPr/>
      <w:tcPr>
        <w:tcBorders>
          <w:top w:val="double" w:sz="6" w:space="0" w:color="auto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rPr>
        <w:b/>
        <w:bCs/>
        <w:color w:val="FFFFFF" w:themeColor="background1"/>
      </w:rPr>
      <w:tblPr/>
      <w:tcPr>
        <w:tcBorders>
          <w:top w:val="nil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4BACC6" w:themeFill="accent5"/>
      </w:tcPr>
    </w:tblStylePr>
    <w:tblStylePr w:type="lastCol">
      <w:rPr>
        <w:b/>
        <w:bCs/>
        <w:color w:val="FFFFFF" w:themeColor="background1"/>
      </w:rPr>
      <w:tblPr/>
      <w:tcPr>
        <w:tcBorders>
          <w:left w:val="nil"/>
          <w:right w:val="nil"/>
          <w:insideH w:val="nil"/>
          <w:insideV w:val="nil"/>
        </w:tcBorders>
        <w:shd w:val="clear" w:color="auto" w:fill="4BACC6" w:themeFill="accent5"/>
      </w:tc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D8D8D8" w:themeFill="background1" w:themeFillShade="D8"/>
      </w:tcPr>
    </w:tblStylePr>
    <w:tblStylePr w:type="band1Horz">
      <w:tblPr/>
      <w:tcPr>
        <w:shd w:val="clear" w:color="auto" w:fill="D8D8D8" w:themeFill="background1" w:themeFillShade="D8"/>
      </w:tcPr>
    </w:tblStylePr>
    <w:tblStylePr w:type="neCell"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</w:tcPr>
    </w:tblStylePr>
    <w:tblStylePr w:type="nwCell">
      <w:rPr>
        <w:color w:val="FFFFFF" w:themeColor="background1"/>
      </w:rPr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</w:tcPr>
    </w:tblStylePr>
  </w:style>
  <w:style w:type="table" w:styleId="MediumShading2-Accent6">
    <w:name w:val="Medium Shading 2 Accent 6"/>
    <w:basedOn w:val="TableNormal"/>
    <w:uiPriority w:val="64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18" w:space="0" w:color="auto"/>
        <w:bottom w:val="single" w:sz="18" w:space="0" w:color="auto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F79646" w:themeFill="accent6"/>
      </w:tcPr>
    </w:tblStylePr>
    <w:tblStylePr w:type="lastRow">
      <w:pPr>
        <w:spacing w:before="0" w:after="0" w:line="240" w:lineRule="auto"/>
      </w:pPr>
      <w:rPr>
        <w:color w:val="auto"/>
      </w:rPr>
      <w:tblPr/>
      <w:tcPr>
        <w:tcBorders>
          <w:top w:val="double" w:sz="6" w:space="0" w:color="auto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rPr>
        <w:b/>
        <w:bCs/>
        <w:color w:val="FFFFFF" w:themeColor="background1"/>
      </w:rPr>
      <w:tblPr/>
      <w:tcPr>
        <w:tcBorders>
          <w:top w:val="nil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F79646" w:themeFill="accent6"/>
      </w:tcPr>
    </w:tblStylePr>
    <w:tblStylePr w:type="lastCol">
      <w:rPr>
        <w:b/>
        <w:bCs/>
        <w:color w:val="FFFFFF" w:themeColor="background1"/>
      </w:rPr>
      <w:tblPr/>
      <w:tcPr>
        <w:tcBorders>
          <w:left w:val="nil"/>
          <w:right w:val="nil"/>
          <w:insideH w:val="nil"/>
          <w:insideV w:val="nil"/>
        </w:tcBorders>
        <w:shd w:val="clear" w:color="auto" w:fill="F79646" w:themeFill="accent6"/>
      </w:tc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D8D8D8" w:themeFill="background1" w:themeFillShade="D8"/>
      </w:tcPr>
    </w:tblStylePr>
    <w:tblStylePr w:type="band1Horz">
      <w:tblPr/>
      <w:tcPr>
        <w:shd w:val="clear" w:color="auto" w:fill="D8D8D8" w:themeFill="background1" w:themeFillShade="D8"/>
      </w:tcPr>
    </w:tblStylePr>
    <w:tblStylePr w:type="neCell"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</w:tcPr>
    </w:tblStylePr>
    <w:tblStylePr w:type="nwCell">
      <w:rPr>
        <w:color w:val="FFFFFF" w:themeColor="background1"/>
      </w:rPr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</w:tcPr>
    </w:tblStylePr>
  </w:style>
  <w:style w:type="table" w:styleId="MediumList1">
    <w:name w:val="Medium List 1"/>
    <w:basedOn w:val="TableNormal"/>
    <w:uiPriority w:val="65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000000" w:themeColor="text1"/>
        <w:bottom w:val="single" w:sz="8" w:space="0" w:color="000000" w:themeColor="text1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rPr>
        <w:rFonts w:asciiTheme="majorHAnsi" w:eastAsiaTheme="majorEastAsia" w:hAnsiTheme="majorHAnsi" w:cstheme="majorBidi"/>
      </w:rPr>
      <w:tblPr/>
      <w:tcPr>
        <w:tcBorders>
          <w:top w:val="nil"/>
          <w:bottom w:val="single" w:sz="8" w:space="0" w:color="000000" w:themeColor="text1"/>
        </w:tcBorders>
      </w:tcPr>
    </w:tblStylePr>
    <w:tblStylePr w:type="lastRow">
      <w:rPr>
        <w:b/>
        <w:bCs/>
        <w:color w:val="1F497D" w:themeColor="text2"/>
      </w:rPr>
      <w:tblPr/>
      <w:tcPr>
        <w:tcBorders>
          <w:top w:val="single" w:sz="8" w:space="0" w:color="000000" w:themeColor="text1"/>
          <w:bottom w:val="single" w:sz="8" w:space="0" w:color="000000" w:themeColor="text1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  <w:tblPr/>
      <w:tcPr>
        <w:tcBorders>
          <w:top w:val="single" w:sz="8" w:space="0" w:color="000000" w:themeColor="text1"/>
          <w:bottom w:val="single" w:sz="8" w:space="0" w:color="000000" w:themeColor="text1"/>
        </w:tcBorders>
      </w:tcPr>
    </w:tblStylePr>
    <w:tblStylePr w:type="band1Vert">
      <w:tblPr/>
      <w:tcPr>
        <w:shd w:val="clear" w:color="auto" w:fill="C0C0C0" w:themeFill="text1" w:themeFillTint="3F"/>
      </w:tcPr>
    </w:tblStylePr>
    <w:tblStylePr w:type="band1Horz">
      <w:tblPr/>
      <w:tcPr>
        <w:shd w:val="clear" w:color="auto" w:fill="C0C0C0" w:themeFill="text1" w:themeFillTint="3F"/>
      </w:tcPr>
    </w:tblStylePr>
  </w:style>
  <w:style w:type="table" w:styleId="MediumList1-Accent1">
    <w:name w:val="Medium List 1 Accent 1"/>
    <w:basedOn w:val="TableNormal"/>
    <w:uiPriority w:val="65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4F81BD" w:themeColor="accent1"/>
        <w:bottom w:val="single" w:sz="8" w:space="0" w:color="4F81BD" w:themeColor="accent1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rPr>
        <w:rFonts w:asciiTheme="majorHAnsi" w:eastAsiaTheme="majorEastAsia" w:hAnsiTheme="majorHAnsi" w:cstheme="majorBidi"/>
      </w:rPr>
      <w:tblPr/>
      <w:tcPr>
        <w:tcBorders>
          <w:top w:val="nil"/>
          <w:bottom w:val="single" w:sz="8" w:space="0" w:color="4F81BD" w:themeColor="accent1"/>
        </w:tcBorders>
      </w:tcPr>
    </w:tblStylePr>
    <w:tblStylePr w:type="lastRow">
      <w:rPr>
        <w:b/>
        <w:bCs/>
        <w:color w:val="1F497D" w:themeColor="text2"/>
      </w:rPr>
      <w:tblPr/>
      <w:tcPr>
        <w:tcBorders>
          <w:top w:val="single" w:sz="8" w:space="0" w:color="4F81BD" w:themeColor="accent1"/>
          <w:bottom w:val="single" w:sz="8" w:space="0" w:color="4F81BD" w:themeColor="accent1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  <w:tblPr/>
      <w:tcPr>
        <w:tcBorders>
          <w:top w:val="single" w:sz="8" w:space="0" w:color="4F81BD" w:themeColor="accent1"/>
          <w:bottom w:val="single" w:sz="8" w:space="0" w:color="4F81BD" w:themeColor="accent1"/>
        </w:tcBorders>
      </w:tcPr>
    </w:tblStylePr>
    <w:tblStylePr w:type="band1Vert">
      <w:tblPr/>
      <w:tcPr>
        <w:shd w:val="clear" w:color="auto" w:fill="D3DFEE" w:themeFill="accent1" w:themeFillTint="3F"/>
      </w:tcPr>
    </w:tblStylePr>
    <w:tblStylePr w:type="band1Horz">
      <w:tblPr/>
      <w:tcPr>
        <w:shd w:val="clear" w:color="auto" w:fill="D3DFEE" w:themeFill="accent1" w:themeFillTint="3F"/>
      </w:tcPr>
    </w:tblStylePr>
  </w:style>
  <w:style w:type="table" w:styleId="MediumList1-Accent2">
    <w:name w:val="Medium List 1 Accent 2"/>
    <w:basedOn w:val="TableNormal"/>
    <w:uiPriority w:val="65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C0504D" w:themeColor="accent2"/>
        <w:bottom w:val="single" w:sz="8" w:space="0" w:color="C0504D" w:themeColor="accent2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rPr>
        <w:rFonts w:asciiTheme="majorHAnsi" w:eastAsiaTheme="majorEastAsia" w:hAnsiTheme="majorHAnsi" w:cstheme="majorBidi"/>
      </w:rPr>
      <w:tblPr/>
      <w:tcPr>
        <w:tcBorders>
          <w:top w:val="nil"/>
          <w:bottom w:val="single" w:sz="8" w:space="0" w:color="C0504D" w:themeColor="accent2"/>
        </w:tcBorders>
      </w:tcPr>
    </w:tblStylePr>
    <w:tblStylePr w:type="lastRow">
      <w:rPr>
        <w:b/>
        <w:bCs/>
        <w:color w:val="1F497D" w:themeColor="text2"/>
      </w:rPr>
      <w:tblPr/>
      <w:tcPr>
        <w:tcBorders>
          <w:top w:val="single" w:sz="8" w:space="0" w:color="C0504D" w:themeColor="accent2"/>
          <w:bottom w:val="single" w:sz="8" w:space="0" w:color="C0504D" w:themeColor="accent2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  <w:tblPr/>
      <w:tcPr>
        <w:tcBorders>
          <w:top w:val="single" w:sz="8" w:space="0" w:color="C0504D" w:themeColor="accent2"/>
          <w:bottom w:val="single" w:sz="8" w:space="0" w:color="C0504D" w:themeColor="accent2"/>
        </w:tcBorders>
      </w:tcPr>
    </w:tblStylePr>
    <w:tblStylePr w:type="band1Vert">
      <w:tblPr/>
      <w:tcPr>
        <w:shd w:val="clear" w:color="auto" w:fill="EFD3D2" w:themeFill="accent2" w:themeFillTint="3F"/>
      </w:tcPr>
    </w:tblStylePr>
    <w:tblStylePr w:type="band1Horz">
      <w:tblPr/>
      <w:tcPr>
        <w:shd w:val="clear" w:color="auto" w:fill="EFD3D2" w:themeFill="accent2" w:themeFillTint="3F"/>
      </w:tcPr>
    </w:tblStylePr>
  </w:style>
  <w:style w:type="table" w:styleId="MediumList1-Accent3">
    <w:name w:val="Medium List 1 Accent 3"/>
    <w:basedOn w:val="TableNormal"/>
    <w:uiPriority w:val="65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9BBB59" w:themeColor="accent3"/>
        <w:bottom w:val="single" w:sz="8" w:space="0" w:color="9BBB59" w:themeColor="accent3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rPr>
        <w:rFonts w:asciiTheme="majorHAnsi" w:eastAsiaTheme="majorEastAsia" w:hAnsiTheme="majorHAnsi" w:cstheme="majorBidi"/>
      </w:rPr>
      <w:tblPr/>
      <w:tcPr>
        <w:tcBorders>
          <w:top w:val="nil"/>
          <w:bottom w:val="single" w:sz="8" w:space="0" w:color="9BBB59" w:themeColor="accent3"/>
        </w:tcBorders>
      </w:tcPr>
    </w:tblStylePr>
    <w:tblStylePr w:type="lastRow">
      <w:rPr>
        <w:b/>
        <w:bCs/>
        <w:color w:val="1F497D" w:themeColor="text2"/>
      </w:rPr>
      <w:tblPr/>
      <w:tcPr>
        <w:tcBorders>
          <w:top w:val="single" w:sz="8" w:space="0" w:color="9BBB59" w:themeColor="accent3"/>
          <w:bottom w:val="single" w:sz="8" w:space="0" w:color="9BBB59" w:themeColor="accent3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  <w:tblPr/>
      <w:tcPr>
        <w:tcBorders>
          <w:top w:val="single" w:sz="8" w:space="0" w:color="9BBB59" w:themeColor="accent3"/>
          <w:bottom w:val="single" w:sz="8" w:space="0" w:color="9BBB59" w:themeColor="accent3"/>
        </w:tcBorders>
      </w:tcPr>
    </w:tblStylePr>
    <w:tblStylePr w:type="band1Vert">
      <w:tblPr/>
      <w:tcPr>
        <w:shd w:val="clear" w:color="auto" w:fill="E6EED5" w:themeFill="accent3" w:themeFillTint="3F"/>
      </w:tcPr>
    </w:tblStylePr>
    <w:tblStylePr w:type="band1Horz">
      <w:tblPr/>
      <w:tcPr>
        <w:shd w:val="clear" w:color="auto" w:fill="E6EED5" w:themeFill="accent3" w:themeFillTint="3F"/>
      </w:tcPr>
    </w:tblStylePr>
  </w:style>
  <w:style w:type="table" w:styleId="MediumList1-Accent4">
    <w:name w:val="Medium List 1 Accent 4"/>
    <w:basedOn w:val="TableNormal"/>
    <w:uiPriority w:val="65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8064A2" w:themeColor="accent4"/>
        <w:bottom w:val="single" w:sz="8" w:space="0" w:color="8064A2" w:themeColor="accent4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rPr>
        <w:rFonts w:asciiTheme="majorHAnsi" w:eastAsiaTheme="majorEastAsia" w:hAnsiTheme="majorHAnsi" w:cstheme="majorBidi"/>
      </w:rPr>
      <w:tblPr/>
      <w:tcPr>
        <w:tcBorders>
          <w:top w:val="nil"/>
          <w:bottom w:val="single" w:sz="8" w:space="0" w:color="8064A2" w:themeColor="accent4"/>
        </w:tcBorders>
      </w:tcPr>
    </w:tblStylePr>
    <w:tblStylePr w:type="lastRow">
      <w:rPr>
        <w:b/>
        <w:bCs/>
        <w:color w:val="1F497D" w:themeColor="text2"/>
      </w:rPr>
      <w:tblPr/>
      <w:tcPr>
        <w:tcBorders>
          <w:top w:val="single" w:sz="8" w:space="0" w:color="8064A2" w:themeColor="accent4"/>
          <w:bottom w:val="single" w:sz="8" w:space="0" w:color="8064A2" w:themeColor="accent4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  <w:tblPr/>
      <w:tcPr>
        <w:tcBorders>
          <w:top w:val="single" w:sz="8" w:space="0" w:color="8064A2" w:themeColor="accent4"/>
          <w:bottom w:val="single" w:sz="8" w:space="0" w:color="8064A2" w:themeColor="accent4"/>
        </w:tcBorders>
      </w:tcPr>
    </w:tblStylePr>
    <w:tblStylePr w:type="band1Vert">
      <w:tblPr/>
      <w:tcPr>
        <w:shd w:val="clear" w:color="auto" w:fill="DFD8E8" w:themeFill="accent4" w:themeFillTint="3F"/>
      </w:tcPr>
    </w:tblStylePr>
    <w:tblStylePr w:type="band1Horz">
      <w:tblPr/>
      <w:tcPr>
        <w:shd w:val="clear" w:color="auto" w:fill="DFD8E8" w:themeFill="accent4" w:themeFillTint="3F"/>
      </w:tcPr>
    </w:tblStylePr>
  </w:style>
  <w:style w:type="table" w:styleId="MediumList1-Accent5">
    <w:name w:val="Medium List 1 Accent 5"/>
    <w:basedOn w:val="TableNormal"/>
    <w:uiPriority w:val="65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4BACC6" w:themeColor="accent5"/>
        <w:bottom w:val="single" w:sz="8" w:space="0" w:color="4BACC6" w:themeColor="accent5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rPr>
        <w:rFonts w:asciiTheme="majorHAnsi" w:eastAsiaTheme="majorEastAsia" w:hAnsiTheme="majorHAnsi" w:cstheme="majorBidi"/>
      </w:rPr>
      <w:tblPr/>
      <w:tcPr>
        <w:tcBorders>
          <w:top w:val="nil"/>
          <w:bottom w:val="single" w:sz="8" w:space="0" w:color="4BACC6" w:themeColor="accent5"/>
        </w:tcBorders>
      </w:tcPr>
    </w:tblStylePr>
    <w:tblStylePr w:type="lastRow">
      <w:rPr>
        <w:b/>
        <w:bCs/>
        <w:color w:val="1F497D" w:themeColor="text2"/>
      </w:rPr>
      <w:tblPr/>
      <w:tcPr>
        <w:tcBorders>
          <w:top w:val="single" w:sz="8" w:space="0" w:color="4BACC6" w:themeColor="accent5"/>
          <w:bottom w:val="single" w:sz="8" w:space="0" w:color="4BACC6" w:themeColor="accent5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  <w:tblPr/>
      <w:tcPr>
        <w:tcBorders>
          <w:top w:val="single" w:sz="8" w:space="0" w:color="4BACC6" w:themeColor="accent5"/>
          <w:bottom w:val="single" w:sz="8" w:space="0" w:color="4BACC6" w:themeColor="accent5"/>
        </w:tcBorders>
      </w:tcPr>
    </w:tblStylePr>
    <w:tblStylePr w:type="band1Vert">
      <w:tblPr/>
      <w:tcPr>
        <w:shd w:val="clear" w:color="auto" w:fill="D2EAF1" w:themeFill="accent5" w:themeFillTint="3F"/>
      </w:tcPr>
    </w:tblStylePr>
    <w:tblStylePr w:type="band1Horz">
      <w:tblPr/>
      <w:tcPr>
        <w:shd w:val="clear" w:color="auto" w:fill="D2EAF1" w:themeFill="accent5" w:themeFillTint="3F"/>
      </w:tcPr>
    </w:tblStylePr>
  </w:style>
  <w:style w:type="table" w:styleId="MediumList1-Accent6">
    <w:name w:val="Medium List 1 Accent 6"/>
    <w:basedOn w:val="TableNormal"/>
    <w:uiPriority w:val="65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F79646" w:themeColor="accent6"/>
        <w:bottom w:val="single" w:sz="8" w:space="0" w:color="F79646" w:themeColor="accent6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rPr>
        <w:rFonts w:asciiTheme="majorHAnsi" w:eastAsiaTheme="majorEastAsia" w:hAnsiTheme="majorHAnsi" w:cstheme="majorBidi"/>
      </w:rPr>
      <w:tblPr/>
      <w:tcPr>
        <w:tcBorders>
          <w:top w:val="nil"/>
          <w:bottom w:val="single" w:sz="8" w:space="0" w:color="F79646" w:themeColor="accent6"/>
        </w:tcBorders>
      </w:tcPr>
    </w:tblStylePr>
    <w:tblStylePr w:type="lastRow">
      <w:rPr>
        <w:b/>
        <w:bCs/>
        <w:color w:val="1F497D" w:themeColor="text2"/>
      </w:rPr>
      <w:tblPr/>
      <w:tcPr>
        <w:tcBorders>
          <w:top w:val="single" w:sz="8" w:space="0" w:color="F79646" w:themeColor="accent6"/>
          <w:bottom w:val="single" w:sz="8" w:space="0" w:color="F79646" w:themeColor="accent6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  <w:tblPr/>
      <w:tcPr>
        <w:tcBorders>
          <w:top w:val="single" w:sz="8" w:space="0" w:color="F79646" w:themeColor="accent6"/>
          <w:bottom w:val="single" w:sz="8" w:space="0" w:color="F79646" w:themeColor="accent6"/>
        </w:tcBorders>
      </w:tcPr>
    </w:tblStylePr>
    <w:tblStylePr w:type="band1Vert">
      <w:tblPr/>
      <w:tcPr>
        <w:shd w:val="clear" w:color="auto" w:fill="FDE4D0" w:themeFill="accent6" w:themeFillTint="3F"/>
      </w:tcPr>
    </w:tblStylePr>
    <w:tblStylePr w:type="band1Horz">
      <w:tblPr/>
      <w:tcPr>
        <w:shd w:val="clear" w:color="auto" w:fill="FDE4D0" w:themeFill="accent6" w:themeFillTint="3F"/>
      </w:tcPr>
    </w:tblStylePr>
  </w:style>
  <w:style w:type="table" w:styleId="MediumList2">
    <w:name w:val="Medium List 2"/>
    <w:basedOn w:val="TableNormal"/>
    <w:uiPriority w:val="66"/>
    <w:rsid w:val="00CB0664"/>
    <w:pPr>
      <w:spacing w:after="0" w:line="240" w:lineRule="auto"/>
    </w:pPr>
    <w:rPr>
      <w:rFonts w:asciiTheme="majorHAnsi" w:eastAsiaTheme="majorEastAsia" w:hAnsiTheme="majorHAnsi" w:cstheme="majorBidi"/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000000" w:themeColor="text1"/>
        <w:left w:val="single" w:sz="8" w:space="0" w:color="000000" w:themeColor="text1"/>
        <w:bottom w:val="single" w:sz="8" w:space="0" w:color="000000" w:themeColor="text1"/>
        <w:right w:val="single" w:sz="8" w:space="0" w:color="000000" w:themeColor="text1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rPr>
        <w:sz w:val="24"/>
        <w:szCs w:val="24"/>
      </w:rPr>
      <w:tblPr/>
      <w:tcPr>
        <w:tcBorders>
          <w:top w:val="nil"/>
          <w:left w:val="nil"/>
          <w:bottom w:val="single" w:sz="24" w:space="0" w:color="000000" w:themeColor="text1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Row">
      <w:tblPr/>
      <w:tcPr>
        <w:tcBorders>
          <w:top w:val="single" w:sz="8" w:space="0" w:color="000000" w:themeColor="text1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tblPr/>
      <w:tcPr>
        <w:tcBorders>
          <w:top w:val="nil"/>
          <w:left w:val="nil"/>
          <w:bottom w:val="nil"/>
          <w:right w:val="single" w:sz="8" w:space="0" w:color="000000" w:themeColor="text1"/>
          <w:insideH w:val="nil"/>
          <w:insideV w:val="nil"/>
        </w:tcBorders>
        <w:shd w:val="clear" w:color="auto" w:fill="FFFFFF" w:themeFill="background1"/>
      </w:tcPr>
    </w:tblStylePr>
    <w:tblStylePr w:type="lastCol">
      <w:tblPr/>
      <w:tcPr>
        <w:tcBorders>
          <w:top w:val="nil"/>
          <w:left w:val="single" w:sz="8" w:space="0" w:color="000000" w:themeColor="text1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C0C0C0" w:themeFill="text1" w:themeFillTint="3F"/>
      </w:tcPr>
    </w:tblStylePr>
    <w:tblStylePr w:type="band1Horz">
      <w:tblPr/>
      <w:tcPr>
        <w:tcBorders>
          <w:top w:val="nil"/>
          <w:bottom w:val="nil"/>
          <w:insideH w:val="nil"/>
          <w:insideV w:val="nil"/>
        </w:tcBorders>
        <w:shd w:val="clear" w:color="auto" w:fill="C0C0C0" w:themeFill="text1" w:themeFillTint="3F"/>
      </w:tcPr>
    </w:tblStylePr>
    <w:tblStylePr w:type="nwCell">
      <w:tblPr/>
      <w:tcPr>
        <w:shd w:val="clear" w:color="auto" w:fill="FFFFFF" w:themeFill="background1"/>
      </w:tcPr>
    </w:tblStylePr>
    <w:tblStylePr w:type="swCell">
      <w:tblPr/>
      <w:tcPr>
        <w:tcBorders>
          <w:top w:val="nil"/>
        </w:tcBorders>
      </w:tcPr>
    </w:tblStylePr>
  </w:style>
  <w:style w:type="table" w:styleId="MediumList2-Accent1">
    <w:name w:val="Medium List 2 Accent 1"/>
    <w:basedOn w:val="TableNormal"/>
    <w:uiPriority w:val="66"/>
    <w:rsid w:val="00CB0664"/>
    <w:pPr>
      <w:spacing w:after="0" w:line="240" w:lineRule="auto"/>
    </w:pPr>
    <w:rPr>
      <w:rFonts w:asciiTheme="majorHAnsi" w:eastAsiaTheme="majorEastAsia" w:hAnsiTheme="majorHAnsi" w:cstheme="majorBidi"/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4F81BD" w:themeColor="accent1"/>
        <w:left w:val="single" w:sz="8" w:space="0" w:color="4F81BD" w:themeColor="accent1"/>
        <w:bottom w:val="single" w:sz="8" w:space="0" w:color="4F81BD" w:themeColor="accent1"/>
        <w:right w:val="single" w:sz="8" w:space="0" w:color="4F81BD" w:themeColor="accent1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rPr>
        <w:sz w:val="24"/>
        <w:szCs w:val="24"/>
      </w:rPr>
      <w:tblPr/>
      <w:tcPr>
        <w:tcBorders>
          <w:top w:val="nil"/>
          <w:left w:val="nil"/>
          <w:bottom w:val="single" w:sz="24" w:space="0" w:color="4F81BD" w:themeColor="accent1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Row">
      <w:tblPr/>
      <w:tcPr>
        <w:tcBorders>
          <w:top w:val="single" w:sz="8" w:space="0" w:color="4F81BD" w:themeColor="accent1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tblPr/>
      <w:tcPr>
        <w:tcBorders>
          <w:top w:val="nil"/>
          <w:left w:val="nil"/>
          <w:bottom w:val="nil"/>
          <w:right w:val="single" w:sz="8" w:space="0" w:color="4F81BD" w:themeColor="accent1"/>
          <w:insideH w:val="nil"/>
          <w:insideV w:val="nil"/>
        </w:tcBorders>
        <w:shd w:val="clear" w:color="auto" w:fill="FFFFFF" w:themeFill="background1"/>
      </w:tcPr>
    </w:tblStylePr>
    <w:tblStylePr w:type="lastCol">
      <w:tblPr/>
      <w:tcPr>
        <w:tcBorders>
          <w:top w:val="nil"/>
          <w:left w:val="single" w:sz="8" w:space="0" w:color="4F81BD" w:themeColor="accent1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D3DFEE" w:themeFill="accent1" w:themeFillTint="3F"/>
      </w:tcPr>
    </w:tblStylePr>
    <w:tblStylePr w:type="band1Horz">
      <w:tblPr/>
      <w:tcPr>
        <w:tcBorders>
          <w:top w:val="nil"/>
          <w:bottom w:val="nil"/>
          <w:insideH w:val="nil"/>
          <w:insideV w:val="nil"/>
        </w:tcBorders>
        <w:shd w:val="clear" w:color="auto" w:fill="D3DFEE" w:themeFill="accent1" w:themeFillTint="3F"/>
      </w:tcPr>
    </w:tblStylePr>
    <w:tblStylePr w:type="nwCell">
      <w:tblPr/>
      <w:tcPr>
        <w:shd w:val="clear" w:color="auto" w:fill="FFFFFF" w:themeFill="background1"/>
      </w:tcPr>
    </w:tblStylePr>
    <w:tblStylePr w:type="swCell">
      <w:tblPr/>
      <w:tcPr>
        <w:tcBorders>
          <w:top w:val="nil"/>
        </w:tcBorders>
      </w:tcPr>
    </w:tblStylePr>
  </w:style>
  <w:style w:type="table" w:styleId="MediumList2-Accent2">
    <w:name w:val="Medium List 2 Accent 2"/>
    <w:basedOn w:val="TableNormal"/>
    <w:uiPriority w:val="66"/>
    <w:rsid w:val="00CB0664"/>
    <w:pPr>
      <w:spacing w:after="0" w:line="240" w:lineRule="auto"/>
    </w:pPr>
    <w:rPr>
      <w:rFonts w:asciiTheme="majorHAnsi" w:eastAsiaTheme="majorEastAsia" w:hAnsiTheme="majorHAnsi" w:cstheme="majorBidi"/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C0504D" w:themeColor="accent2"/>
        <w:left w:val="single" w:sz="8" w:space="0" w:color="C0504D" w:themeColor="accent2"/>
        <w:bottom w:val="single" w:sz="8" w:space="0" w:color="C0504D" w:themeColor="accent2"/>
        <w:right w:val="single" w:sz="8" w:space="0" w:color="C0504D" w:themeColor="accent2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rPr>
        <w:sz w:val="24"/>
        <w:szCs w:val="24"/>
      </w:rPr>
      <w:tblPr/>
      <w:tcPr>
        <w:tcBorders>
          <w:top w:val="nil"/>
          <w:left w:val="nil"/>
          <w:bottom w:val="single" w:sz="24" w:space="0" w:color="C0504D" w:themeColor="accent2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Row">
      <w:tblPr/>
      <w:tcPr>
        <w:tcBorders>
          <w:top w:val="single" w:sz="8" w:space="0" w:color="C0504D" w:themeColor="accent2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tblPr/>
      <w:tcPr>
        <w:tcBorders>
          <w:top w:val="nil"/>
          <w:left w:val="nil"/>
          <w:bottom w:val="nil"/>
          <w:right w:val="single" w:sz="8" w:space="0" w:color="C0504D" w:themeColor="accent2"/>
          <w:insideH w:val="nil"/>
          <w:insideV w:val="nil"/>
        </w:tcBorders>
        <w:shd w:val="clear" w:color="auto" w:fill="FFFFFF" w:themeFill="background1"/>
      </w:tcPr>
    </w:tblStylePr>
    <w:tblStylePr w:type="lastCol">
      <w:tblPr/>
      <w:tcPr>
        <w:tcBorders>
          <w:top w:val="nil"/>
          <w:left w:val="single" w:sz="8" w:space="0" w:color="C0504D" w:themeColor="accent2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EFD3D2" w:themeFill="accent2" w:themeFillTint="3F"/>
      </w:tcPr>
    </w:tblStylePr>
    <w:tblStylePr w:type="band1Horz">
      <w:tblPr/>
      <w:tcPr>
        <w:tcBorders>
          <w:top w:val="nil"/>
          <w:bottom w:val="nil"/>
          <w:insideH w:val="nil"/>
          <w:insideV w:val="nil"/>
        </w:tcBorders>
        <w:shd w:val="clear" w:color="auto" w:fill="EFD3D2" w:themeFill="accent2" w:themeFillTint="3F"/>
      </w:tcPr>
    </w:tblStylePr>
    <w:tblStylePr w:type="nwCell">
      <w:tblPr/>
      <w:tcPr>
        <w:shd w:val="clear" w:color="auto" w:fill="FFFFFF" w:themeFill="background1"/>
      </w:tcPr>
    </w:tblStylePr>
    <w:tblStylePr w:type="swCell">
      <w:tblPr/>
      <w:tcPr>
        <w:tcBorders>
          <w:top w:val="nil"/>
        </w:tcBorders>
      </w:tcPr>
    </w:tblStylePr>
  </w:style>
  <w:style w:type="table" w:styleId="MediumList2-Accent3">
    <w:name w:val="Medium List 2 Accent 3"/>
    <w:basedOn w:val="TableNormal"/>
    <w:uiPriority w:val="66"/>
    <w:rsid w:val="00CB0664"/>
    <w:pPr>
      <w:spacing w:after="0" w:line="240" w:lineRule="auto"/>
    </w:pPr>
    <w:rPr>
      <w:rFonts w:asciiTheme="majorHAnsi" w:eastAsiaTheme="majorEastAsia" w:hAnsiTheme="majorHAnsi" w:cstheme="majorBidi"/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9BBB59" w:themeColor="accent3"/>
        <w:left w:val="single" w:sz="8" w:space="0" w:color="9BBB59" w:themeColor="accent3"/>
        <w:bottom w:val="single" w:sz="8" w:space="0" w:color="9BBB59" w:themeColor="accent3"/>
        <w:right w:val="single" w:sz="8" w:space="0" w:color="9BBB59" w:themeColor="accent3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rPr>
        <w:sz w:val="24"/>
        <w:szCs w:val="24"/>
      </w:rPr>
      <w:tblPr/>
      <w:tcPr>
        <w:tcBorders>
          <w:top w:val="nil"/>
          <w:left w:val="nil"/>
          <w:bottom w:val="single" w:sz="24" w:space="0" w:color="9BBB59" w:themeColor="accent3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Row">
      <w:tblPr/>
      <w:tcPr>
        <w:tcBorders>
          <w:top w:val="single" w:sz="8" w:space="0" w:color="9BBB59" w:themeColor="accent3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tblPr/>
      <w:tcPr>
        <w:tcBorders>
          <w:top w:val="nil"/>
          <w:left w:val="nil"/>
          <w:bottom w:val="nil"/>
          <w:right w:val="single" w:sz="8" w:space="0" w:color="9BBB59" w:themeColor="accent3"/>
          <w:insideH w:val="nil"/>
          <w:insideV w:val="nil"/>
        </w:tcBorders>
        <w:shd w:val="clear" w:color="auto" w:fill="FFFFFF" w:themeFill="background1"/>
      </w:tcPr>
    </w:tblStylePr>
    <w:tblStylePr w:type="lastCol">
      <w:tblPr/>
      <w:tcPr>
        <w:tcBorders>
          <w:top w:val="nil"/>
          <w:left w:val="single" w:sz="8" w:space="0" w:color="9BBB59" w:themeColor="accent3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E6EED5" w:themeFill="accent3" w:themeFillTint="3F"/>
      </w:tcPr>
    </w:tblStylePr>
    <w:tblStylePr w:type="band1Horz">
      <w:tblPr/>
      <w:tcPr>
        <w:tcBorders>
          <w:top w:val="nil"/>
          <w:bottom w:val="nil"/>
          <w:insideH w:val="nil"/>
          <w:insideV w:val="nil"/>
        </w:tcBorders>
        <w:shd w:val="clear" w:color="auto" w:fill="E6EED5" w:themeFill="accent3" w:themeFillTint="3F"/>
      </w:tcPr>
    </w:tblStylePr>
    <w:tblStylePr w:type="nwCell">
      <w:tblPr/>
      <w:tcPr>
        <w:shd w:val="clear" w:color="auto" w:fill="FFFFFF" w:themeFill="background1"/>
      </w:tcPr>
    </w:tblStylePr>
    <w:tblStylePr w:type="swCell">
      <w:tblPr/>
      <w:tcPr>
        <w:tcBorders>
          <w:top w:val="nil"/>
        </w:tcBorders>
      </w:tcPr>
    </w:tblStylePr>
  </w:style>
  <w:style w:type="table" w:styleId="MediumList2-Accent4">
    <w:name w:val="Medium List 2 Accent 4"/>
    <w:basedOn w:val="TableNormal"/>
    <w:uiPriority w:val="66"/>
    <w:rsid w:val="00CB0664"/>
    <w:pPr>
      <w:spacing w:after="0" w:line="240" w:lineRule="auto"/>
    </w:pPr>
    <w:rPr>
      <w:rFonts w:asciiTheme="majorHAnsi" w:eastAsiaTheme="majorEastAsia" w:hAnsiTheme="majorHAnsi" w:cstheme="majorBidi"/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8064A2" w:themeColor="accent4"/>
        <w:left w:val="single" w:sz="8" w:space="0" w:color="8064A2" w:themeColor="accent4"/>
        <w:bottom w:val="single" w:sz="8" w:space="0" w:color="8064A2" w:themeColor="accent4"/>
        <w:right w:val="single" w:sz="8" w:space="0" w:color="8064A2" w:themeColor="accent4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rPr>
        <w:sz w:val="24"/>
        <w:szCs w:val="24"/>
      </w:rPr>
      <w:tblPr/>
      <w:tcPr>
        <w:tcBorders>
          <w:top w:val="nil"/>
          <w:left w:val="nil"/>
          <w:bottom w:val="single" w:sz="24" w:space="0" w:color="8064A2" w:themeColor="accent4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Row">
      <w:tblPr/>
      <w:tcPr>
        <w:tcBorders>
          <w:top w:val="single" w:sz="8" w:space="0" w:color="8064A2" w:themeColor="accent4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tblPr/>
      <w:tcPr>
        <w:tcBorders>
          <w:top w:val="nil"/>
          <w:left w:val="nil"/>
          <w:bottom w:val="nil"/>
          <w:right w:val="single" w:sz="8" w:space="0" w:color="8064A2" w:themeColor="accent4"/>
          <w:insideH w:val="nil"/>
          <w:insideV w:val="nil"/>
        </w:tcBorders>
        <w:shd w:val="clear" w:color="auto" w:fill="FFFFFF" w:themeFill="background1"/>
      </w:tcPr>
    </w:tblStylePr>
    <w:tblStylePr w:type="lastCol">
      <w:tblPr/>
      <w:tcPr>
        <w:tcBorders>
          <w:top w:val="nil"/>
          <w:left w:val="single" w:sz="8" w:space="0" w:color="8064A2" w:themeColor="accent4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DFD8E8" w:themeFill="accent4" w:themeFillTint="3F"/>
      </w:tcPr>
    </w:tblStylePr>
    <w:tblStylePr w:type="band1Horz">
      <w:tblPr/>
      <w:tcPr>
        <w:tcBorders>
          <w:top w:val="nil"/>
          <w:bottom w:val="nil"/>
          <w:insideH w:val="nil"/>
          <w:insideV w:val="nil"/>
        </w:tcBorders>
        <w:shd w:val="clear" w:color="auto" w:fill="DFD8E8" w:themeFill="accent4" w:themeFillTint="3F"/>
      </w:tcPr>
    </w:tblStylePr>
    <w:tblStylePr w:type="nwCell">
      <w:tblPr/>
      <w:tcPr>
        <w:shd w:val="clear" w:color="auto" w:fill="FFFFFF" w:themeFill="background1"/>
      </w:tcPr>
    </w:tblStylePr>
    <w:tblStylePr w:type="swCell">
      <w:tblPr/>
      <w:tcPr>
        <w:tcBorders>
          <w:top w:val="nil"/>
        </w:tcBorders>
      </w:tcPr>
    </w:tblStylePr>
  </w:style>
  <w:style w:type="table" w:styleId="MediumList2-Accent5">
    <w:name w:val="Medium List 2 Accent 5"/>
    <w:basedOn w:val="TableNormal"/>
    <w:uiPriority w:val="66"/>
    <w:rsid w:val="00CB0664"/>
    <w:pPr>
      <w:spacing w:after="0" w:line="240" w:lineRule="auto"/>
    </w:pPr>
    <w:rPr>
      <w:rFonts w:asciiTheme="majorHAnsi" w:eastAsiaTheme="majorEastAsia" w:hAnsiTheme="majorHAnsi" w:cstheme="majorBidi"/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4BACC6" w:themeColor="accent5"/>
        <w:left w:val="single" w:sz="8" w:space="0" w:color="4BACC6" w:themeColor="accent5"/>
        <w:bottom w:val="single" w:sz="8" w:space="0" w:color="4BACC6" w:themeColor="accent5"/>
        <w:right w:val="single" w:sz="8" w:space="0" w:color="4BACC6" w:themeColor="accent5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rPr>
        <w:sz w:val="24"/>
        <w:szCs w:val="24"/>
      </w:rPr>
      <w:tblPr/>
      <w:tcPr>
        <w:tcBorders>
          <w:top w:val="nil"/>
          <w:left w:val="nil"/>
          <w:bottom w:val="single" w:sz="24" w:space="0" w:color="4BACC6" w:themeColor="accent5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Row">
      <w:tblPr/>
      <w:tcPr>
        <w:tcBorders>
          <w:top w:val="single" w:sz="8" w:space="0" w:color="4BACC6" w:themeColor="accent5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tblPr/>
      <w:tcPr>
        <w:tcBorders>
          <w:top w:val="nil"/>
          <w:left w:val="nil"/>
          <w:bottom w:val="nil"/>
          <w:right w:val="single" w:sz="8" w:space="0" w:color="4BACC6" w:themeColor="accent5"/>
          <w:insideH w:val="nil"/>
          <w:insideV w:val="nil"/>
        </w:tcBorders>
        <w:shd w:val="clear" w:color="auto" w:fill="FFFFFF" w:themeFill="background1"/>
      </w:tcPr>
    </w:tblStylePr>
    <w:tblStylePr w:type="lastCol">
      <w:tblPr/>
      <w:tcPr>
        <w:tcBorders>
          <w:top w:val="nil"/>
          <w:left w:val="single" w:sz="8" w:space="0" w:color="4BACC6" w:themeColor="accent5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D2EAF1" w:themeFill="accent5" w:themeFillTint="3F"/>
      </w:tcPr>
    </w:tblStylePr>
    <w:tblStylePr w:type="band1Horz">
      <w:tblPr/>
      <w:tcPr>
        <w:tcBorders>
          <w:top w:val="nil"/>
          <w:bottom w:val="nil"/>
          <w:insideH w:val="nil"/>
          <w:insideV w:val="nil"/>
        </w:tcBorders>
        <w:shd w:val="clear" w:color="auto" w:fill="D2EAF1" w:themeFill="accent5" w:themeFillTint="3F"/>
      </w:tcPr>
    </w:tblStylePr>
    <w:tblStylePr w:type="nwCell">
      <w:tblPr/>
      <w:tcPr>
        <w:shd w:val="clear" w:color="auto" w:fill="FFFFFF" w:themeFill="background1"/>
      </w:tcPr>
    </w:tblStylePr>
    <w:tblStylePr w:type="swCell">
      <w:tblPr/>
      <w:tcPr>
        <w:tcBorders>
          <w:top w:val="nil"/>
        </w:tcBorders>
      </w:tcPr>
    </w:tblStylePr>
  </w:style>
  <w:style w:type="table" w:styleId="MediumList2-Accent6">
    <w:name w:val="Medium List 2 Accent 6"/>
    <w:basedOn w:val="TableNormal"/>
    <w:uiPriority w:val="66"/>
    <w:rsid w:val="00CB0664"/>
    <w:pPr>
      <w:spacing w:after="0" w:line="240" w:lineRule="auto"/>
    </w:pPr>
    <w:rPr>
      <w:rFonts w:asciiTheme="majorHAnsi" w:eastAsiaTheme="majorEastAsia" w:hAnsiTheme="majorHAnsi" w:cstheme="majorBidi"/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F79646" w:themeColor="accent6"/>
        <w:left w:val="single" w:sz="8" w:space="0" w:color="F79646" w:themeColor="accent6"/>
        <w:bottom w:val="single" w:sz="8" w:space="0" w:color="F79646" w:themeColor="accent6"/>
        <w:right w:val="single" w:sz="8" w:space="0" w:color="F79646" w:themeColor="accent6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rPr>
        <w:sz w:val="24"/>
        <w:szCs w:val="24"/>
      </w:rPr>
      <w:tblPr/>
      <w:tcPr>
        <w:tcBorders>
          <w:top w:val="nil"/>
          <w:left w:val="nil"/>
          <w:bottom w:val="single" w:sz="24" w:space="0" w:color="F79646" w:themeColor="accent6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Row">
      <w:tblPr/>
      <w:tcPr>
        <w:tcBorders>
          <w:top w:val="single" w:sz="8" w:space="0" w:color="F79646" w:themeColor="accent6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tblPr/>
      <w:tcPr>
        <w:tcBorders>
          <w:top w:val="nil"/>
          <w:left w:val="nil"/>
          <w:bottom w:val="nil"/>
          <w:right w:val="single" w:sz="8" w:space="0" w:color="F79646" w:themeColor="accent6"/>
          <w:insideH w:val="nil"/>
          <w:insideV w:val="nil"/>
        </w:tcBorders>
        <w:shd w:val="clear" w:color="auto" w:fill="FFFFFF" w:themeFill="background1"/>
      </w:tcPr>
    </w:tblStylePr>
    <w:tblStylePr w:type="lastCol">
      <w:tblPr/>
      <w:tcPr>
        <w:tcBorders>
          <w:top w:val="nil"/>
          <w:left w:val="single" w:sz="8" w:space="0" w:color="F79646" w:themeColor="accent6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FDE4D0" w:themeFill="accent6" w:themeFillTint="3F"/>
      </w:tcPr>
    </w:tblStylePr>
    <w:tblStylePr w:type="band1Horz">
      <w:tblPr/>
      <w:tcPr>
        <w:tcBorders>
          <w:top w:val="nil"/>
          <w:bottom w:val="nil"/>
          <w:insideH w:val="nil"/>
          <w:insideV w:val="nil"/>
        </w:tcBorders>
        <w:shd w:val="clear" w:color="auto" w:fill="FDE4D0" w:themeFill="accent6" w:themeFillTint="3F"/>
      </w:tcPr>
    </w:tblStylePr>
    <w:tblStylePr w:type="nwCell">
      <w:tblPr/>
      <w:tcPr>
        <w:shd w:val="clear" w:color="auto" w:fill="FFFFFF" w:themeFill="background1"/>
      </w:tcPr>
    </w:tblStylePr>
    <w:tblStylePr w:type="swCell">
      <w:tblPr/>
      <w:tcPr>
        <w:tcBorders>
          <w:top w:val="nil"/>
        </w:tcBorders>
      </w:tcPr>
    </w:tblStylePr>
  </w:style>
  <w:style w:type="table" w:styleId="MediumGrid1">
    <w:name w:val="Medium Grid 1"/>
    <w:basedOn w:val="TableNormal"/>
    <w:uiPriority w:val="67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404040" w:themeColor="text1" w:themeTint="BF"/>
        <w:left w:val="single" w:sz="8" w:space="0" w:color="404040" w:themeColor="text1" w:themeTint="BF"/>
        <w:bottom w:val="single" w:sz="8" w:space="0" w:color="404040" w:themeColor="text1" w:themeTint="BF"/>
        <w:right w:val="single" w:sz="8" w:space="0" w:color="404040" w:themeColor="text1" w:themeTint="BF"/>
        <w:insideH w:val="single" w:sz="8" w:space="0" w:color="404040" w:themeColor="text1" w:themeTint="BF"/>
        <w:insideV w:val="single" w:sz="8" w:space="0" w:color="404040" w:themeColor="text1" w:themeTint="BF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C0C0C0" w:themeFill="text1" w:themeFillTint="3F"/>
    </w:tcPr>
    <w:tblStylePr w:type="firstRow">
      <w:rPr>
        <w:b/>
        <w:bCs/>
      </w:rPr>
    </w:tblStylePr>
    <w:tblStylePr w:type="lastRow">
      <w:rPr>
        <w:b/>
        <w:bCs/>
      </w:rPr>
      <w:tblPr/>
      <w:tcPr>
        <w:tcBorders>
          <w:top w:val="single" w:sz="18" w:space="0" w:color="404040" w:themeColor="text1" w:themeTint="BF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shd w:val="clear" w:color="auto" w:fill="808080" w:themeFill="text1" w:themeFillTint="7F"/>
      </w:tcPr>
    </w:tblStylePr>
    <w:tblStylePr w:type="band1Horz">
      <w:tblPr/>
      <w:tcPr>
        <w:shd w:val="clear" w:color="auto" w:fill="808080" w:themeFill="text1" w:themeFillTint="7F"/>
      </w:tcPr>
    </w:tblStylePr>
  </w:style>
  <w:style w:type="table" w:styleId="MediumGrid1-Accent1">
    <w:name w:val="Medium Grid 1 Accent 1"/>
    <w:basedOn w:val="TableNormal"/>
    <w:uiPriority w:val="67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7BA0CD" w:themeColor="accent1" w:themeTint="BF"/>
        <w:left w:val="single" w:sz="8" w:space="0" w:color="7BA0CD" w:themeColor="accent1" w:themeTint="BF"/>
        <w:bottom w:val="single" w:sz="8" w:space="0" w:color="7BA0CD" w:themeColor="accent1" w:themeTint="BF"/>
        <w:right w:val="single" w:sz="8" w:space="0" w:color="7BA0CD" w:themeColor="accent1" w:themeTint="BF"/>
        <w:insideH w:val="single" w:sz="8" w:space="0" w:color="7BA0CD" w:themeColor="accent1" w:themeTint="BF"/>
        <w:insideV w:val="single" w:sz="8" w:space="0" w:color="7BA0CD" w:themeColor="accent1" w:themeTint="BF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D3DFEE" w:themeFill="accent1" w:themeFillTint="3F"/>
    </w:tcPr>
    <w:tblStylePr w:type="firstRow">
      <w:rPr>
        <w:b/>
        <w:bCs/>
      </w:rPr>
    </w:tblStylePr>
    <w:tblStylePr w:type="lastRow">
      <w:rPr>
        <w:b/>
        <w:bCs/>
      </w:rPr>
      <w:tblPr/>
      <w:tcPr>
        <w:tcBorders>
          <w:top w:val="single" w:sz="18" w:space="0" w:color="7BA0CD" w:themeColor="accent1" w:themeTint="BF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shd w:val="clear" w:color="auto" w:fill="A7BFDE" w:themeFill="accent1" w:themeFillTint="7F"/>
      </w:tcPr>
    </w:tblStylePr>
    <w:tblStylePr w:type="band1Horz">
      <w:tblPr/>
      <w:tcPr>
        <w:shd w:val="clear" w:color="auto" w:fill="A7BFDE" w:themeFill="accent1" w:themeFillTint="7F"/>
      </w:tcPr>
    </w:tblStylePr>
  </w:style>
  <w:style w:type="table" w:styleId="MediumGrid1-Accent2">
    <w:name w:val="Medium Grid 1 Accent 2"/>
    <w:basedOn w:val="TableNormal"/>
    <w:uiPriority w:val="67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CF7B79" w:themeColor="accent2" w:themeTint="BF"/>
        <w:left w:val="single" w:sz="8" w:space="0" w:color="CF7B79" w:themeColor="accent2" w:themeTint="BF"/>
        <w:bottom w:val="single" w:sz="8" w:space="0" w:color="CF7B79" w:themeColor="accent2" w:themeTint="BF"/>
        <w:right w:val="single" w:sz="8" w:space="0" w:color="CF7B79" w:themeColor="accent2" w:themeTint="BF"/>
        <w:insideH w:val="single" w:sz="8" w:space="0" w:color="CF7B79" w:themeColor="accent2" w:themeTint="BF"/>
        <w:insideV w:val="single" w:sz="8" w:space="0" w:color="CF7B79" w:themeColor="accent2" w:themeTint="BF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EFD3D2" w:themeFill="accent2" w:themeFillTint="3F"/>
    </w:tcPr>
    <w:tblStylePr w:type="firstRow">
      <w:rPr>
        <w:b/>
        <w:bCs/>
      </w:rPr>
    </w:tblStylePr>
    <w:tblStylePr w:type="lastRow">
      <w:rPr>
        <w:b/>
        <w:bCs/>
      </w:rPr>
      <w:tblPr/>
      <w:tcPr>
        <w:tcBorders>
          <w:top w:val="single" w:sz="18" w:space="0" w:color="CF7B79" w:themeColor="accent2" w:themeTint="BF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shd w:val="clear" w:color="auto" w:fill="DFA7A6" w:themeFill="accent2" w:themeFillTint="7F"/>
      </w:tcPr>
    </w:tblStylePr>
    <w:tblStylePr w:type="band1Horz">
      <w:tblPr/>
      <w:tcPr>
        <w:shd w:val="clear" w:color="auto" w:fill="DFA7A6" w:themeFill="accent2" w:themeFillTint="7F"/>
      </w:tcPr>
    </w:tblStylePr>
  </w:style>
  <w:style w:type="table" w:styleId="MediumGrid1-Accent3">
    <w:name w:val="Medium Grid 1 Accent 3"/>
    <w:basedOn w:val="TableNormal"/>
    <w:uiPriority w:val="67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B3CC82" w:themeColor="accent3" w:themeTint="BF"/>
        <w:left w:val="single" w:sz="8" w:space="0" w:color="B3CC82" w:themeColor="accent3" w:themeTint="BF"/>
        <w:bottom w:val="single" w:sz="8" w:space="0" w:color="B3CC82" w:themeColor="accent3" w:themeTint="BF"/>
        <w:right w:val="single" w:sz="8" w:space="0" w:color="B3CC82" w:themeColor="accent3" w:themeTint="BF"/>
        <w:insideH w:val="single" w:sz="8" w:space="0" w:color="B3CC82" w:themeColor="accent3" w:themeTint="BF"/>
        <w:insideV w:val="single" w:sz="8" w:space="0" w:color="B3CC82" w:themeColor="accent3" w:themeTint="BF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E6EED5" w:themeFill="accent3" w:themeFillTint="3F"/>
    </w:tcPr>
    <w:tblStylePr w:type="firstRow">
      <w:rPr>
        <w:b/>
        <w:bCs/>
      </w:rPr>
    </w:tblStylePr>
    <w:tblStylePr w:type="lastRow">
      <w:rPr>
        <w:b/>
        <w:bCs/>
      </w:rPr>
      <w:tblPr/>
      <w:tcPr>
        <w:tcBorders>
          <w:top w:val="single" w:sz="18" w:space="0" w:color="B3CC82" w:themeColor="accent3" w:themeTint="BF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shd w:val="clear" w:color="auto" w:fill="CDDDAC" w:themeFill="accent3" w:themeFillTint="7F"/>
      </w:tcPr>
    </w:tblStylePr>
    <w:tblStylePr w:type="band1Horz">
      <w:tblPr/>
      <w:tcPr>
        <w:shd w:val="clear" w:color="auto" w:fill="CDDDAC" w:themeFill="accent3" w:themeFillTint="7F"/>
      </w:tcPr>
    </w:tblStylePr>
  </w:style>
  <w:style w:type="table" w:styleId="MediumGrid1-Accent4">
    <w:name w:val="Medium Grid 1 Accent 4"/>
    <w:basedOn w:val="TableNormal"/>
    <w:uiPriority w:val="67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9F8AB9" w:themeColor="accent4" w:themeTint="BF"/>
        <w:left w:val="single" w:sz="8" w:space="0" w:color="9F8AB9" w:themeColor="accent4" w:themeTint="BF"/>
        <w:bottom w:val="single" w:sz="8" w:space="0" w:color="9F8AB9" w:themeColor="accent4" w:themeTint="BF"/>
        <w:right w:val="single" w:sz="8" w:space="0" w:color="9F8AB9" w:themeColor="accent4" w:themeTint="BF"/>
        <w:insideH w:val="single" w:sz="8" w:space="0" w:color="9F8AB9" w:themeColor="accent4" w:themeTint="BF"/>
        <w:insideV w:val="single" w:sz="8" w:space="0" w:color="9F8AB9" w:themeColor="accent4" w:themeTint="BF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DFD8E8" w:themeFill="accent4" w:themeFillTint="3F"/>
    </w:tcPr>
    <w:tblStylePr w:type="firstRow">
      <w:rPr>
        <w:b/>
        <w:bCs/>
      </w:rPr>
    </w:tblStylePr>
    <w:tblStylePr w:type="lastRow">
      <w:rPr>
        <w:b/>
        <w:bCs/>
      </w:rPr>
      <w:tblPr/>
      <w:tcPr>
        <w:tcBorders>
          <w:top w:val="single" w:sz="18" w:space="0" w:color="9F8AB9" w:themeColor="accent4" w:themeTint="BF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shd w:val="clear" w:color="auto" w:fill="BFB1D0" w:themeFill="accent4" w:themeFillTint="7F"/>
      </w:tcPr>
    </w:tblStylePr>
    <w:tblStylePr w:type="band1Horz">
      <w:tblPr/>
      <w:tcPr>
        <w:shd w:val="clear" w:color="auto" w:fill="BFB1D0" w:themeFill="accent4" w:themeFillTint="7F"/>
      </w:tcPr>
    </w:tblStylePr>
  </w:style>
  <w:style w:type="table" w:styleId="MediumGrid1-Accent5">
    <w:name w:val="Medium Grid 1 Accent 5"/>
    <w:basedOn w:val="TableNormal"/>
    <w:uiPriority w:val="67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78C0D4" w:themeColor="accent5" w:themeTint="BF"/>
        <w:left w:val="single" w:sz="8" w:space="0" w:color="78C0D4" w:themeColor="accent5" w:themeTint="BF"/>
        <w:bottom w:val="single" w:sz="8" w:space="0" w:color="78C0D4" w:themeColor="accent5" w:themeTint="BF"/>
        <w:right w:val="single" w:sz="8" w:space="0" w:color="78C0D4" w:themeColor="accent5" w:themeTint="BF"/>
        <w:insideH w:val="single" w:sz="8" w:space="0" w:color="78C0D4" w:themeColor="accent5" w:themeTint="BF"/>
        <w:insideV w:val="single" w:sz="8" w:space="0" w:color="78C0D4" w:themeColor="accent5" w:themeTint="BF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D2EAF1" w:themeFill="accent5" w:themeFillTint="3F"/>
    </w:tcPr>
    <w:tblStylePr w:type="firstRow">
      <w:rPr>
        <w:b/>
        <w:bCs/>
      </w:rPr>
    </w:tblStylePr>
    <w:tblStylePr w:type="lastRow">
      <w:rPr>
        <w:b/>
        <w:bCs/>
      </w:rPr>
      <w:tblPr/>
      <w:tcPr>
        <w:tcBorders>
          <w:top w:val="single" w:sz="18" w:space="0" w:color="78C0D4" w:themeColor="accent5" w:themeTint="BF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shd w:val="clear" w:color="auto" w:fill="A5D5E2" w:themeFill="accent5" w:themeFillTint="7F"/>
      </w:tcPr>
    </w:tblStylePr>
    <w:tblStylePr w:type="band1Horz">
      <w:tblPr/>
      <w:tcPr>
        <w:shd w:val="clear" w:color="auto" w:fill="A5D5E2" w:themeFill="accent5" w:themeFillTint="7F"/>
      </w:tcPr>
    </w:tblStylePr>
  </w:style>
  <w:style w:type="table" w:styleId="MediumGrid1-Accent6">
    <w:name w:val="Medium Grid 1 Accent 6"/>
    <w:basedOn w:val="TableNormal"/>
    <w:uiPriority w:val="67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F9B074" w:themeColor="accent6" w:themeTint="BF"/>
        <w:left w:val="single" w:sz="8" w:space="0" w:color="F9B074" w:themeColor="accent6" w:themeTint="BF"/>
        <w:bottom w:val="single" w:sz="8" w:space="0" w:color="F9B074" w:themeColor="accent6" w:themeTint="BF"/>
        <w:right w:val="single" w:sz="8" w:space="0" w:color="F9B074" w:themeColor="accent6" w:themeTint="BF"/>
        <w:insideH w:val="single" w:sz="8" w:space="0" w:color="F9B074" w:themeColor="accent6" w:themeTint="BF"/>
        <w:insideV w:val="single" w:sz="8" w:space="0" w:color="F9B074" w:themeColor="accent6" w:themeTint="BF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FDE4D0" w:themeFill="accent6" w:themeFillTint="3F"/>
    </w:tcPr>
    <w:tblStylePr w:type="firstRow">
      <w:rPr>
        <w:b/>
        <w:bCs/>
      </w:rPr>
    </w:tblStylePr>
    <w:tblStylePr w:type="lastRow">
      <w:rPr>
        <w:b/>
        <w:bCs/>
      </w:rPr>
      <w:tblPr/>
      <w:tcPr>
        <w:tcBorders>
          <w:top w:val="single" w:sz="18" w:space="0" w:color="F9B074" w:themeColor="accent6" w:themeTint="BF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shd w:val="clear" w:color="auto" w:fill="FBCAA2" w:themeFill="accent6" w:themeFillTint="7F"/>
      </w:tcPr>
    </w:tblStylePr>
    <w:tblStylePr w:type="band1Horz">
      <w:tblPr/>
      <w:tcPr>
        <w:shd w:val="clear" w:color="auto" w:fill="FBCAA2" w:themeFill="accent6" w:themeFillTint="7F"/>
      </w:tcPr>
    </w:tblStylePr>
  </w:style>
  <w:style w:type="table" w:styleId="MediumGrid2">
    <w:name w:val="Medium Grid 2"/>
    <w:basedOn w:val="TableNormal"/>
    <w:uiPriority w:val="68"/>
    <w:rsid w:val="00CB0664"/>
    <w:pPr>
      <w:spacing w:after="0" w:line="240" w:lineRule="auto"/>
    </w:pPr>
    <w:rPr>
      <w:rFonts w:asciiTheme="majorHAnsi" w:eastAsiaTheme="majorEastAsia" w:hAnsiTheme="majorHAnsi" w:cstheme="majorBidi"/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000000" w:themeColor="text1"/>
        <w:left w:val="single" w:sz="8" w:space="0" w:color="000000" w:themeColor="text1"/>
        <w:bottom w:val="single" w:sz="8" w:space="0" w:color="000000" w:themeColor="text1"/>
        <w:right w:val="single" w:sz="8" w:space="0" w:color="000000" w:themeColor="text1"/>
        <w:insideH w:val="single" w:sz="8" w:space="0" w:color="000000" w:themeColor="text1"/>
        <w:insideV w:val="single" w:sz="8" w:space="0" w:color="000000" w:themeColor="text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C0C0C0" w:themeFill="text1" w:themeFillTint="3F"/>
    </w:tcPr>
    <w:tblStylePr w:type="firstRow">
      <w:rPr>
        <w:b/>
        <w:bCs/>
        <w:color w:val="000000" w:themeColor="text1"/>
      </w:rPr>
      <w:tblPr/>
      <w:tcPr>
        <w:shd w:val="clear" w:color="auto" w:fill="E6E6E6" w:themeFill="text1" w:themeFillTint="19"/>
      </w:tcPr>
    </w:tblStylePr>
    <w:tblStylePr w:type="lastRow">
      <w:rPr>
        <w:b/>
        <w:bCs/>
        <w:color w:val="000000" w:themeColor="text1"/>
      </w:rPr>
      <w:tblPr/>
      <w:tcPr>
        <w:tcBorders>
          <w:top w:val="single" w:sz="12" w:space="0" w:color="000000" w:themeColor="text1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rPr>
        <w:b/>
        <w:bCs/>
        <w:color w:val="000000" w:themeColor="text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Col">
      <w:rPr>
        <w:b w:val="0"/>
        <w:bCs w:val="0"/>
        <w:color w:val="000000" w:themeColor="text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CCCCCC" w:themeFill="text1" w:themeFillTint="33"/>
      </w:tcPr>
    </w:tblStylePr>
    <w:tblStylePr w:type="band1Vert">
      <w:tblPr/>
      <w:tcPr>
        <w:shd w:val="clear" w:color="auto" w:fill="808080" w:themeFill="text1" w:themeFillTint="7F"/>
      </w:tcPr>
    </w:tblStylePr>
    <w:tblStylePr w:type="band1Horz">
      <w:tblPr/>
      <w:tcPr>
        <w:tcBorders>
          <w:insideH w:val="single" w:sz="6" w:space="0" w:color="000000" w:themeColor="text1"/>
          <w:insideV w:val="single" w:sz="6" w:space="0" w:color="000000" w:themeColor="text1"/>
        </w:tcBorders>
        <w:shd w:val="clear" w:color="auto" w:fill="808080" w:themeFill="text1" w:themeFillTint="7F"/>
      </w:tcPr>
    </w:tblStylePr>
    <w:tblStylePr w:type="nwCell">
      <w:tblPr/>
      <w:tcPr>
        <w:shd w:val="clear" w:color="auto" w:fill="FFFFFF" w:themeFill="background1"/>
      </w:tcPr>
    </w:tblStylePr>
  </w:style>
  <w:style w:type="table" w:styleId="MediumGrid2-Accent1">
    <w:name w:val="Medium Grid 2 Accent 1"/>
    <w:basedOn w:val="TableNormal"/>
    <w:uiPriority w:val="68"/>
    <w:rsid w:val="00CB0664"/>
    <w:pPr>
      <w:spacing w:after="0" w:line="240" w:lineRule="auto"/>
    </w:pPr>
    <w:rPr>
      <w:rFonts w:asciiTheme="majorHAnsi" w:eastAsiaTheme="majorEastAsia" w:hAnsiTheme="majorHAnsi" w:cstheme="majorBidi"/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4F81BD" w:themeColor="accent1"/>
        <w:left w:val="single" w:sz="8" w:space="0" w:color="4F81BD" w:themeColor="accent1"/>
        <w:bottom w:val="single" w:sz="8" w:space="0" w:color="4F81BD" w:themeColor="accent1"/>
        <w:right w:val="single" w:sz="8" w:space="0" w:color="4F81BD" w:themeColor="accent1"/>
        <w:insideH w:val="single" w:sz="8" w:space="0" w:color="4F81BD" w:themeColor="accent1"/>
        <w:insideV w:val="single" w:sz="8" w:space="0" w:color="4F81BD" w:themeColor="accent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D3DFEE" w:themeFill="accent1" w:themeFillTint="3F"/>
    </w:tcPr>
    <w:tblStylePr w:type="firstRow">
      <w:rPr>
        <w:b/>
        <w:bCs/>
        <w:color w:val="000000" w:themeColor="text1"/>
      </w:rPr>
      <w:tblPr/>
      <w:tcPr>
        <w:shd w:val="clear" w:color="auto" w:fill="EDF2F8" w:themeFill="accent1" w:themeFillTint="19"/>
      </w:tcPr>
    </w:tblStylePr>
    <w:tblStylePr w:type="lastRow">
      <w:rPr>
        <w:b/>
        <w:bCs/>
        <w:color w:val="000000" w:themeColor="text1"/>
      </w:rPr>
      <w:tblPr/>
      <w:tcPr>
        <w:tcBorders>
          <w:top w:val="single" w:sz="12" w:space="0" w:color="000000" w:themeColor="text1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rPr>
        <w:b/>
        <w:bCs/>
        <w:color w:val="000000" w:themeColor="text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Col">
      <w:rPr>
        <w:b w:val="0"/>
        <w:bCs w:val="0"/>
        <w:color w:val="000000" w:themeColor="text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DBE5F1" w:themeFill="accent1" w:themeFillTint="33"/>
      </w:tcPr>
    </w:tblStylePr>
    <w:tblStylePr w:type="band1Vert">
      <w:tblPr/>
      <w:tcPr>
        <w:shd w:val="clear" w:color="auto" w:fill="A7BFDE" w:themeFill="accent1" w:themeFillTint="7F"/>
      </w:tcPr>
    </w:tblStylePr>
    <w:tblStylePr w:type="band1Horz">
      <w:tblPr/>
      <w:tcPr>
        <w:tcBorders>
          <w:insideH w:val="single" w:sz="6" w:space="0" w:color="4F81BD" w:themeColor="accent1"/>
          <w:insideV w:val="single" w:sz="6" w:space="0" w:color="4F81BD" w:themeColor="accent1"/>
        </w:tcBorders>
        <w:shd w:val="clear" w:color="auto" w:fill="A7BFDE" w:themeFill="accent1" w:themeFillTint="7F"/>
      </w:tcPr>
    </w:tblStylePr>
    <w:tblStylePr w:type="nwCell">
      <w:tblPr/>
      <w:tcPr>
        <w:shd w:val="clear" w:color="auto" w:fill="FFFFFF" w:themeFill="background1"/>
      </w:tcPr>
    </w:tblStylePr>
  </w:style>
  <w:style w:type="table" w:styleId="MediumGrid2-Accent2">
    <w:name w:val="Medium Grid 2 Accent 2"/>
    <w:basedOn w:val="TableNormal"/>
    <w:uiPriority w:val="68"/>
    <w:rsid w:val="00CB0664"/>
    <w:pPr>
      <w:spacing w:after="0" w:line="240" w:lineRule="auto"/>
    </w:pPr>
    <w:rPr>
      <w:rFonts w:asciiTheme="majorHAnsi" w:eastAsiaTheme="majorEastAsia" w:hAnsiTheme="majorHAnsi" w:cstheme="majorBidi"/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C0504D" w:themeColor="accent2"/>
        <w:left w:val="single" w:sz="8" w:space="0" w:color="C0504D" w:themeColor="accent2"/>
        <w:bottom w:val="single" w:sz="8" w:space="0" w:color="C0504D" w:themeColor="accent2"/>
        <w:right w:val="single" w:sz="8" w:space="0" w:color="C0504D" w:themeColor="accent2"/>
        <w:insideH w:val="single" w:sz="8" w:space="0" w:color="C0504D" w:themeColor="accent2"/>
        <w:insideV w:val="single" w:sz="8" w:space="0" w:color="C0504D" w:themeColor="accent2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EFD3D2" w:themeFill="accent2" w:themeFillTint="3F"/>
    </w:tcPr>
    <w:tblStylePr w:type="firstRow">
      <w:rPr>
        <w:b/>
        <w:bCs/>
        <w:color w:val="000000" w:themeColor="text1"/>
      </w:rPr>
      <w:tblPr/>
      <w:tcPr>
        <w:shd w:val="clear" w:color="auto" w:fill="F8EDED" w:themeFill="accent2" w:themeFillTint="19"/>
      </w:tcPr>
    </w:tblStylePr>
    <w:tblStylePr w:type="lastRow">
      <w:rPr>
        <w:b/>
        <w:bCs/>
        <w:color w:val="000000" w:themeColor="text1"/>
      </w:rPr>
      <w:tblPr/>
      <w:tcPr>
        <w:tcBorders>
          <w:top w:val="single" w:sz="12" w:space="0" w:color="000000" w:themeColor="text1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rPr>
        <w:b/>
        <w:bCs/>
        <w:color w:val="000000" w:themeColor="text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Col">
      <w:rPr>
        <w:b w:val="0"/>
        <w:bCs w:val="0"/>
        <w:color w:val="000000" w:themeColor="text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F2DBDB" w:themeFill="accent2" w:themeFillTint="33"/>
      </w:tcPr>
    </w:tblStylePr>
    <w:tblStylePr w:type="band1Vert">
      <w:tblPr/>
      <w:tcPr>
        <w:shd w:val="clear" w:color="auto" w:fill="DFA7A6" w:themeFill="accent2" w:themeFillTint="7F"/>
      </w:tcPr>
    </w:tblStylePr>
    <w:tblStylePr w:type="band1Horz">
      <w:tblPr/>
      <w:tcPr>
        <w:tcBorders>
          <w:insideH w:val="single" w:sz="6" w:space="0" w:color="C0504D" w:themeColor="accent2"/>
          <w:insideV w:val="single" w:sz="6" w:space="0" w:color="C0504D" w:themeColor="accent2"/>
        </w:tcBorders>
        <w:shd w:val="clear" w:color="auto" w:fill="DFA7A6" w:themeFill="accent2" w:themeFillTint="7F"/>
      </w:tcPr>
    </w:tblStylePr>
    <w:tblStylePr w:type="nwCell">
      <w:tblPr/>
      <w:tcPr>
        <w:shd w:val="clear" w:color="auto" w:fill="FFFFFF" w:themeFill="background1"/>
      </w:tcPr>
    </w:tblStylePr>
  </w:style>
  <w:style w:type="table" w:styleId="MediumGrid2-Accent3">
    <w:name w:val="Medium Grid 2 Accent 3"/>
    <w:basedOn w:val="TableNormal"/>
    <w:uiPriority w:val="68"/>
    <w:rsid w:val="00CB0664"/>
    <w:pPr>
      <w:spacing w:after="0" w:line="240" w:lineRule="auto"/>
    </w:pPr>
    <w:rPr>
      <w:rFonts w:asciiTheme="majorHAnsi" w:eastAsiaTheme="majorEastAsia" w:hAnsiTheme="majorHAnsi" w:cstheme="majorBidi"/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9BBB59" w:themeColor="accent3"/>
        <w:left w:val="single" w:sz="8" w:space="0" w:color="9BBB59" w:themeColor="accent3"/>
        <w:bottom w:val="single" w:sz="8" w:space="0" w:color="9BBB59" w:themeColor="accent3"/>
        <w:right w:val="single" w:sz="8" w:space="0" w:color="9BBB59" w:themeColor="accent3"/>
        <w:insideH w:val="single" w:sz="8" w:space="0" w:color="9BBB59" w:themeColor="accent3"/>
        <w:insideV w:val="single" w:sz="8" w:space="0" w:color="9BBB59" w:themeColor="accent3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E6EED5" w:themeFill="accent3" w:themeFillTint="3F"/>
    </w:tcPr>
    <w:tblStylePr w:type="firstRow">
      <w:rPr>
        <w:b/>
        <w:bCs/>
        <w:color w:val="000000" w:themeColor="text1"/>
      </w:rPr>
      <w:tblPr/>
      <w:tcPr>
        <w:shd w:val="clear" w:color="auto" w:fill="F5F8EE" w:themeFill="accent3" w:themeFillTint="19"/>
      </w:tcPr>
    </w:tblStylePr>
    <w:tblStylePr w:type="lastRow">
      <w:rPr>
        <w:b/>
        <w:bCs/>
        <w:color w:val="000000" w:themeColor="text1"/>
      </w:rPr>
      <w:tblPr/>
      <w:tcPr>
        <w:tcBorders>
          <w:top w:val="single" w:sz="12" w:space="0" w:color="000000" w:themeColor="text1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rPr>
        <w:b/>
        <w:bCs/>
        <w:color w:val="000000" w:themeColor="text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Col">
      <w:rPr>
        <w:b w:val="0"/>
        <w:bCs w:val="0"/>
        <w:color w:val="000000" w:themeColor="text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EAF1DD" w:themeFill="accent3" w:themeFillTint="33"/>
      </w:tcPr>
    </w:tblStylePr>
    <w:tblStylePr w:type="band1Vert">
      <w:tblPr/>
      <w:tcPr>
        <w:shd w:val="clear" w:color="auto" w:fill="CDDDAC" w:themeFill="accent3" w:themeFillTint="7F"/>
      </w:tcPr>
    </w:tblStylePr>
    <w:tblStylePr w:type="band1Horz">
      <w:tblPr/>
      <w:tcPr>
        <w:tcBorders>
          <w:insideH w:val="single" w:sz="6" w:space="0" w:color="9BBB59" w:themeColor="accent3"/>
          <w:insideV w:val="single" w:sz="6" w:space="0" w:color="9BBB59" w:themeColor="accent3"/>
        </w:tcBorders>
        <w:shd w:val="clear" w:color="auto" w:fill="CDDDAC" w:themeFill="accent3" w:themeFillTint="7F"/>
      </w:tcPr>
    </w:tblStylePr>
    <w:tblStylePr w:type="nwCell">
      <w:tblPr/>
      <w:tcPr>
        <w:shd w:val="clear" w:color="auto" w:fill="FFFFFF" w:themeFill="background1"/>
      </w:tcPr>
    </w:tblStylePr>
  </w:style>
  <w:style w:type="table" w:styleId="MediumGrid2-Accent4">
    <w:name w:val="Medium Grid 2 Accent 4"/>
    <w:basedOn w:val="TableNormal"/>
    <w:uiPriority w:val="68"/>
    <w:rsid w:val="00CB0664"/>
    <w:pPr>
      <w:spacing w:after="0" w:line="240" w:lineRule="auto"/>
    </w:pPr>
    <w:rPr>
      <w:rFonts w:asciiTheme="majorHAnsi" w:eastAsiaTheme="majorEastAsia" w:hAnsiTheme="majorHAnsi" w:cstheme="majorBidi"/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8064A2" w:themeColor="accent4"/>
        <w:left w:val="single" w:sz="8" w:space="0" w:color="8064A2" w:themeColor="accent4"/>
        <w:bottom w:val="single" w:sz="8" w:space="0" w:color="8064A2" w:themeColor="accent4"/>
        <w:right w:val="single" w:sz="8" w:space="0" w:color="8064A2" w:themeColor="accent4"/>
        <w:insideH w:val="single" w:sz="8" w:space="0" w:color="8064A2" w:themeColor="accent4"/>
        <w:insideV w:val="single" w:sz="8" w:space="0" w:color="8064A2" w:themeColor="accent4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DFD8E8" w:themeFill="accent4" w:themeFillTint="3F"/>
    </w:tcPr>
    <w:tblStylePr w:type="firstRow">
      <w:rPr>
        <w:b/>
        <w:bCs/>
        <w:color w:val="000000" w:themeColor="text1"/>
      </w:rPr>
      <w:tblPr/>
      <w:tcPr>
        <w:shd w:val="clear" w:color="auto" w:fill="F2EFF6" w:themeFill="accent4" w:themeFillTint="19"/>
      </w:tcPr>
    </w:tblStylePr>
    <w:tblStylePr w:type="lastRow">
      <w:rPr>
        <w:b/>
        <w:bCs/>
        <w:color w:val="000000" w:themeColor="text1"/>
      </w:rPr>
      <w:tblPr/>
      <w:tcPr>
        <w:tcBorders>
          <w:top w:val="single" w:sz="12" w:space="0" w:color="000000" w:themeColor="text1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rPr>
        <w:b/>
        <w:bCs/>
        <w:color w:val="000000" w:themeColor="text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Col">
      <w:rPr>
        <w:b w:val="0"/>
        <w:bCs w:val="0"/>
        <w:color w:val="000000" w:themeColor="text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E5DFEC" w:themeFill="accent4" w:themeFillTint="33"/>
      </w:tcPr>
    </w:tblStylePr>
    <w:tblStylePr w:type="band1Vert">
      <w:tblPr/>
      <w:tcPr>
        <w:shd w:val="clear" w:color="auto" w:fill="BFB1D0" w:themeFill="accent4" w:themeFillTint="7F"/>
      </w:tcPr>
    </w:tblStylePr>
    <w:tblStylePr w:type="band1Horz">
      <w:tblPr/>
      <w:tcPr>
        <w:tcBorders>
          <w:insideH w:val="single" w:sz="6" w:space="0" w:color="8064A2" w:themeColor="accent4"/>
          <w:insideV w:val="single" w:sz="6" w:space="0" w:color="8064A2" w:themeColor="accent4"/>
        </w:tcBorders>
        <w:shd w:val="clear" w:color="auto" w:fill="BFB1D0" w:themeFill="accent4" w:themeFillTint="7F"/>
      </w:tcPr>
    </w:tblStylePr>
    <w:tblStylePr w:type="nwCell">
      <w:tblPr/>
      <w:tcPr>
        <w:shd w:val="clear" w:color="auto" w:fill="FFFFFF" w:themeFill="background1"/>
      </w:tcPr>
    </w:tblStylePr>
  </w:style>
  <w:style w:type="table" w:styleId="MediumGrid2-Accent5">
    <w:name w:val="Medium Grid 2 Accent 5"/>
    <w:basedOn w:val="TableNormal"/>
    <w:uiPriority w:val="68"/>
    <w:rsid w:val="00CB0664"/>
    <w:pPr>
      <w:spacing w:after="0" w:line="240" w:lineRule="auto"/>
    </w:pPr>
    <w:rPr>
      <w:rFonts w:asciiTheme="majorHAnsi" w:eastAsiaTheme="majorEastAsia" w:hAnsiTheme="majorHAnsi" w:cstheme="majorBidi"/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4BACC6" w:themeColor="accent5"/>
        <w:left w:val="single" w:sz="8" w:space="0" w:color="4BACC6" w:themeColor="accent5"/>
        <w:bottom w:val="single" w:sz="8" w:space="0" w:color="4BACC6" w:themeColor="accent5"/>
        <w:right w:val="single" w:sz="8" w:space="0" w:color="4BACC6" w:themeColor="accent5"/>
        <w:insideH w:val="single" w:sz="8" w:space="0" w:color="4BACC6" w:themeColor="accent5"/>
        <w:insideV w:val="single" w:sz="8" w:space="0" w:color="4BACC6" w:themeColor="accent5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D2EAF1" w:themeFill="accent5" w:themeFillTint="3F"/>
    </w:tcPr>
    <w:tblStylePr w:type="firstRow">
      <w:rPr>
        <w:b/>
        <w:bCs/>
        <w:color w:val="000000" w:themeColor="text1"/>
      </w:rPr>
      <w:tblPr/>
      <w:tcPr>
        <w:shd w:val="clear" w:color="auto" w:fill="EDF6F9" w:themeFill="accent5" w:themeFillTint="19"/>
      </w:tcPr>
    </w:tblStylePr>
    <w:tblStylePr w:type="lastRow">
      <w:rPr>
        <w:b/>
        <w:bCs/>
        <w:color w:val="000000" w:themeColor="text1"/>
      </w:rPr>
      <w:tblPr/>
      <w:tcPr>
        <w:tcBorders>
          <w:top w:val="single" w:sz="12" w:space="0" w:color="000000" w:themeColor="text1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rPr>
        <w:b/>
        <w:bCs/>
        <w:color w:val="000000" w:themeColor="text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Col">
      <w:rPr>
        <w:b w:val="0"/>
        <w:bCs w:val="0"/>
        <w:color w:val="000000" w:themeColor="text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DAEEF3" w:themeFill="accent5" w:themeFillTint="33"/>
      </w:tcPr>
    </w:tblStylePr>
    <w:tblStylePr w:type="band1Vert">
      <w:tblPr/>
      <w:tcPr>
        <w:shd w:val="clear" w:color="auto" w:fill="A5D5E2" w:themeFill="accent5" w:themeFillTint="7F"/>
      </w:tcPr>
    </w:tblStylePr>
    <w:tblStylePr w:type="band1Horz">
      <w:tblPr/>
      <w:tcPr>
        <w:tcBorders>
          <w:insideH w:val="single" w:sz="6" w:space="0" w:color="4BACC6" w:themeColor="accent5"/>
          <w:insideV w:val="single" w:sz="6" w:space="0" w:color="4BACC6" w:themeColor="accent5"/>
        </w:tcBorders>
        <w:shd w:val="clear" w:color="auto" w:fill="A5D5E2" w:themeFill="accent5" w:themeFillTint="7F"/>
      </w:tcPr>
    </w:tblStylePr>
    <w:tblStylePr w:type="nwCell">
      <w:tblPr/>
      <w:tcPr>
        <w:shd w:val="clear" w:color="auto" w:fill="FFFFFF" w:themeFill="background1"/>
      </w:tcPr>
    </w:tblStylePr>
  </w:style>
  <w:style w:type="table" w:styleId="MediumGrid2-Accent6">
    <w:name w:val="Medium Grid 2 Accent 6"/>
    <w:basedOn w:val="TableNormal"/>
    <w:uiPriority w:val="68"/>
    <w:rsid w:val="00CB0664"/>
    <w:pPr>
      <w:spacing w:after="0" w:line="240" w:lineRule="auto"/>
    </w:pPr>
    <w:rPr>
      <w:rFonts w:asciiTheme="majorHAnsi" w:eastAsiaTheme="majorEastAsia" w:hAnsiTheme="majorHAnsi" w:cstheme="majorBidi"/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F79646" w:themeColor="accent6"/>
        <w:left w:val="single" w:sz="8" w:space="0" w:color="F79646" w:themeColor="accent6"/>
        <w:bottom w:val="single" w:sz="8" w:space="0" w:color="F79646" w:themeColor="accent6"/>
        <w:right w:val="single" w:sz="8" w:space="0" w:color="F79646" w:themeColor="accent6"/>
        <w:insideH w:val="single" w:sz="8" w:space="0" w:color="F79646" w:themeColor="accent6"/>
        <w:insideV w:val="single" w:sz="8" w:space="0" w:color="F79646" w:themeColor="accent6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FDE4D0" w:themeFill="accent6" w:themeFillTint="3F"/>
    </w:tcPr>
    <w:tblStylePr w:type="firstRow">
      <w:rPr>
        <w:b/>
        <w:bCs/>
        <w:color w:val="000000" w:themeColor="text1"/>
      </w:rPr>
      <w:tblPr/>
      <w:tcPr>
        <w:shd w:val="clear" w:color="auto" w:fill="FEF4EC" w:themeFill="accent6" w:themeFillTint="19"/>
      </w:tcPr>
    </w:tblStylePr>
    <w:tblStylePr w:type="lastRow">
      <w:rPr>
        <w:b/>
        <w:bCs/>
        <w:color w:val="000000" w:themeColor="text1"/>
      </w:rPr>
      <w:tblPr/>
      <w:tcPr>
        <w:tcBorders>
          <w:top w:val="single" w:sz="12" w:space="0" w:color="000000" w:themeColor="text1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rPr>
        <w:b/>
        <w:bCs/>
        <w:color w:val="000000" w:themeColor="text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Col">
      <w:rPr>
        <w:b w:val="0"/>
        <w:bCs w:val="0"/>
        <w:color w:val="000000" w:themeColor="text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FDE9D9" w:themeFill="accent6" w:themeFillTint="33"/>
      </w:tcPr>
    </w:tblStylePr>
    <w:tblStylePr w:type="band1Vert">
      <w:tblPr/>
      <w:tcPr>
        <w:shd w:val="clear" w:color="auto" w:fill="FBCAA2" w:themeFill="accent6" w:themeFillTint="7F"/>
      </w:tcPr>
    </w:tblStylePr>
    <w:tblStylePr w:type="band1Horz">
      <w:tblPr/>
      <w:tcPr>
        <w:tcBorders>
          <w:insideH w:val="single" w:sz="6" w:space="0" w:color="F79646" w:themeColor="accent6"/>
          <w:insideV w:val="single" w:sz="6" w:space="0" w:color="F79646" w:themeColor="accent6"/>
        </w:tcBorders>
        <w:shd w:val="clear" w:color="auto" w:fill="FBCAA2" w:themeFill="accent6" w:themeFillTint="7F"/>
      </w:tcPr>
    </w:tblStylePr>
    <w:tblStylePr w:type="nwCell">
      <w:tblPr/>
      <w:tcPr>
        <w:shd w:val="clear" w:color="auto" w:fill="FFFFFF" w:themeFill="background1"/>
      </w:tcPr>
    </w:tblStylePr>
  </w:style>
  <w:style w:type="table" w:styleId="MediumGrid3">
    <w:name w:val="Medium Grid 3"/>
    <w:basedOn w:val="TableNormal"/>
    <w:uiPriority w:val="69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FFFFFF" w:themeColor="background1"/>
        <w:left w:val="single" w:sz="8" w:space="0" w:color="FFFFFF" w:themeColor="background1"/>
        <w:bottom w:val="single" w:sz="8" w:space="0" w:color="FFFFFF" w:themeColor="background1"/>
        <w:right w:val="single" w:sz="8" w:space="0" w:color="FFFFFF" w:themeColor="background1"/>
        <w:insideH w:val="single" w:sz="6" w:space="0" w:color="FFFFFF" w:themeColor="background1"/>
        <w:insideV w:val="single" w:sz="6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C0C0C0" w:themeFill="text1" w:themeFillTint="3F"/>
    </w:tcPr>
    <w:tblStylePr w:type="firstRow">
      <w:rPr>
        <w:b/>
        <w:bCs/>
        <w:i w:val="0"/>
        <w:iCs w:val="0"/>
        <w:color w:val="FFFFFF" w:themeColor="background1"/>
      </w:rPr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24" w:space="0" w:color="FFFFFF" w:themeColor="background1"/>
          <w:right w:val="single" w:sz="8" w:space="0" w:color="FFFFFF" w:themeColor="background1"/>
          <w:insideH w:val="nil"/>
          <w:insideV w:val="single" w:sz="8" w:space="0" w:color="FFFFFF" w:themeColor="background1"/>
        </w:tcBorders>
        <w:shd w:val="clear" w:color="auto" w:fill="000000" w:themeFill="text1"/>
      </w:tcPr>
    </w:tblStylePr>
    <w:tblStylePr w:type="lastRow">
      <w:rPr>
        <w:b/>
        <w:bCs/>
        <w:i w:val="0"/>
        <w:iCs w:val="0"/>
        <w:color w:val="FFFFFF" w:themeColor="background1"/>
      </w:rPr>
      <w:tblPr/>
      <w:tcPr>
        <w:tcBorders>
          <w:top w:val="single" w:sz="24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nil"/>
          <w:insideV w:val="single" w:sz="8" w:space="0" w:color="FFFFFF" w:themeColor="background1"/>
        </w:tcBorders>
        <w:shd w:val="clear" w:color="auto" w:fill="000000" w:themeFill="text1"/>
      </w:tcPr>
    </w:tblStylePr>
    <w:tblStylePr w:type="firstCol">
      <w:rPr>
        <w:b/>
        <w:bCs/>
        <w:i w:val="0"/>
        <w:iCs w:val="0"/>
        <w:color w:val="FFFFFF" w:themeColor="background1"/>
      </w:rPr>
      <w:tblPr/>
      <w:tcPr>
        <w:tcBorders>
          <w:left w:val="single" w:sz="8" w:space="0" w:color="FFFFFF" w:themeColor="background1"/>
          <w:right w:val="single" w:sz="24" w:space="0" w:color="FFFFFF" w:themeColor="background1"/>
          <w:insideH w:val="nil"/>
          <w:insideV w:val="nil"/>
        </w:tcBorders>
        <w:shd w:val="clear" w:color="auto" w:fill="000000" w:themeFill="text1"/>
      </w:tcPr>
    </w:tblStylePr>
    <w:tblStylePr w:type="lastCol">
      <w:rPr>
        <w:b/>
        <w:bCs/>
        <w:i w:val="0"/>
        <w:iCs w:val="0"/>
        <w:color w:val="FFFFFF" w:themeColor="background1"/>
      </w:rPr>
      <w:tblPr/>
      <w:tcPr>
        <w:tcBorders>
          <w:top w:val="nil"/>
          <w:left w:val="single" w:sz="24" w:space="0" w:color="FFFFFF" w:themeColor="background1"/>
          <w:bottom w:val="nil"/>
          <w:right w:val="nil"/>
          <w:insideH w:val="nil"/>
          <w:insideV w:val="nil"/>
        </w:tcBorders>
        <w:shd w:val="clear" w:color="auto" w:fill="000000" w:themeFill="text1"/>
      </w:tcPr>
    </w:tblStylePr>
    <w:tblStylePr w:type="band1Vert"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nil"/>
          <w:insideV w:val="nil"/>
        </w:tcBorders>
        <w:shd w:val="clear" w:color="auto" w:fill="808080" w:themeFill="text1" w:themeFillTint="7F"/>
      </w:tcPr>
    </w:tblStylePr>
    <w:tblStylePr w:type="band1Horz"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single" w:sz="8" w:space="0" w:color="FFFFFF" w:themeColor="background1"/>
          <w:insideV w:val="single" w:sz="8" w:space="0" w:color="FFFFFF" w:themeColor="background1"/>
        </w:tcBorders>
        <w:shd w:val="clear" w:color="auto" w:fill="808080" w:themeFill="text1" w:themeFillTint="7F"/>
      </w:tcPr>
    </w:tblStylePr>
  </w:style>
  <w:style w:type="table" w:styleId="MediumGrid3-Accent1">
    <w:name w:val="Medium Grid 3 Accent 1"/>
    <w:basedOn w:val="TableNormal"/>
    <w:uiPriority w:val="69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FFFFFF" w:themeColor="background1"/>
        <w:left w:val="single" w:sz="8" w:space="0" w:color="FFFFFF" w:themeColor="background1"/>
        <w:bottom w:val="single" w:sz="8" w:space="0" w:color="FFFFFF" w:themeColor="background1"/>
        <w:right w:val="single" w:sz="8" w:space="0" w:color="FFFFFF" w:themeColor="background1"/>
        <w:insideH w:val="single" w:sz="6" w:space="0" w:color="FFFFFF" w:themeColor="background1"/>
        <w:insideV w:val="single" w:sz="6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D3DFEE" w:themeFill="accent1" w:themeFillTint="3F"/>
    </w:tcPr>
    <w:tblStylePr w:type="firstRow">
      <w:rPr>
        <w:b/>
        <w:bCs/>
        <w:i w:val="0"/>
        <w:iCs w:val="0"/>
        <w:color w:val="FFFFFF" w:themeColor="background1"/>
      </w:rPr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24" w:space="0" w:color="FFFFFF" w:themeColor="background1"/>
          <w:right w:val="single" w:sz="8" w:space="0" w:color="FFFFFF" w:themeColor="background1"/>
          <w:insideH w:val="nil"/>
          <w:insideV w:val="single" w:sz="8" w:space="0" w:color="FFFFFF" w:themeColor="background1"/>
        </w:tcBorders>
        <w:shd w:val="clear" w:color="auto" w:fill="4F81BD" w:themeFill="accent1"/>
      </w:tcPr>
    </w:tblStylePr>
    <w:tblStylePr w:type="lastRow">
      <w:rPr>
        <w:b/>
        <w:bCs/>
        <w:i w:val="0"/>
        <w:iCs w:val="0"/>
        <w:color w:val="FFFFFF" w:themeColor="background1"/>
      </w:rPr>
      <w:tblPr/>
      <w:tcPr>
        <w:tcBorders>
          <w:top w:val="single" w:sz="24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nil"/>
          <w:insideV w:val="single" w:sz="8" w:space="0" w:color="FFFFFF" w:themeColor="background1"/>
        </w:tcBorders>
        <w:shd w:val="clear" w:color="auto" w:fill="4F81BD" w:themeFill="accent1"/>
      </w:tcPr>
    </w:tblStylePr>
    <w:tblStylePr w:type="firstCol">
      <w:rPr>
        <w:b/>
        <w:bCs/>
        <w:i w:val="0"/>
        <w:iCs w:val="0"/>
        <w:color w:val="FFFFFF" w:themeColor="background1"/>
      </w:rPr>
      <w:tblPr/>
      <w:tcPr>
        <w:tcBorders>
          <w:left w:val="single" w:sz="8" w:space="0" w:color="FFFFFF" w:themeColor="background1"/>
          <w:right w:val="single" w:sz="24" w:space="0" w:color="FFFFFF" w:themeColor="background1"/>
          <w:insideH w:val="nil"/>
          <w:insideV w:val="nil"/>
        </w:tcBorders>
        <w:shd w:val="clear" w:color="auto" w:fill="4F81BD" w:themeFill="accent1"/>
      </w:tcPr>
    </w:tblStylePr>
    <w:tblStylePr w:type="lastCol">
      <w:rPr>
        <w:b/>
        <w:bCs/>
        <w:i w:val="0"/>
        <w:iCs w:val="0"/>
        <w:color w:val="FFFFFF" w:themeColor="background1"/>
      </w:rPr>
      <w:tblPr/>
      <w:tcPr>
        <w:tcBorders>
          <w:top w:val="nil"/>
          <w:left w:val="single" w:sz="24" w:space="0" w:color="FFFFFF" w:themeColor="background1"/>
          <w:bottom w:val="nil"/>
          <w:right w:val="nil"/>
          <w:insideH w:val="nil"/>
          <w:insideV w:val="nil"/>
        </w:tcBorders>
        <w:shd w:val="clear" w:color="auto" w:fill="4F81BD" w:themeFill="accent1"/>
      </w:tcPr>
    </w:tblStylePr>
    <w:tblStylePr w:type="band1Vert"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nil"/>
          <w:insideV w:val="nil"/>
        </w:tcBorders>
        <w:shd w:val="clear" w:color="auto" w:fill="A7BFDE" w:themeFill="accent1" w:themeFillTint="7F"/>
      </w:tcPr>
    </w:tblStylePr>
    <w:tblStylePr w:type="band1Horz"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single" w:sz="8" w:space="0" w:color="FFFFFF" w:themeColor="background1"/>
          <w:insideV w:val="single" w:sz="8" w:space="0" w:color="FFFFFF" w:themeColor="background1"/>
        </w:tcBorders>
        <w:shd w:val="clear" w:color="auto" w:fill="A7BFDE" w:themeFill="accent1" w:themeFillTint="7F"/>
      </w:tcPr>
    </w:tblStylePr>
  </w:style>
  <w:style w:type="table" w:styleId="MediumGrid3-Accent2">
    <w:name w:val="Medium Grid 3 Accent 2"/>
    <w:basedOn w:val="TableNormal"/>
    <w:uiPriority w:val="69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FFFFFF" w:themeColor="background1"/>
        <w:left w:val="single" w:sz="8" w:space="0" w:color="FFFFFF" w:themeColor="background1"/>
        <w:bottom w:val="single" w:sz="8" w:space="0" w:color="FFFFFF" w:themeColor="background1"/>
        <w:right w:val="single" w:sz="8" w:space="0" w:color="FFFFFF" w:themeColor="background1"/>
        <w:insideH w:val="single" w:sz="6" w:space="0" w:color="FFFFFF" w:themeColor="background1"/>
        <w:insideV w:val="single" w:sz="6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EFD3D2" w:themeFill="accent2" w:themeFillTint="3F"/>
    </w:tcPr>
    <w:tblStylePr w:type="firstRow">
      <w:rPr>
        <w:b/>
        <w:bCs/>
        <w:i w:val="0"/>
        <w:iCs w:val="0"/>
        <w:color w:val="FFFFFF" w:themeColor="background1"/>
      </w:rPr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24" w:space="0" w:color="FFFFFF" w:themeColor="background1"/>
          <w:right w:val="single" w:sz="8" w:space="0" w:color="FFFFFF" w:themeColor="background1"/>
          <w:insideH w:val="nil"/>
          <w:insideV w:val="single" w:sz="8" w:space="0" w:color="FFFFFF" w:themeColor="background1"/>
        </w:tcBorders>
        <w:shd w:val="clear" w:color="auto" w:fill="C0504D" w:themeFill="accent2"/>
      </w:tcPr>
    </w:tblStylePr>
    <w:tblStylePr w:type="lastRow">
      <w:rPr>
        <w:b/>
        <w:bCs/>
        <w:i w:val="0"/>
        <w:iCs w:val="0"/>
        <w:color w:val="FFFFFF" w:themeColor="background1"/>
      </w:rPr>
      <w:tblPr/>
      <w:tcPr>
        <w:tcBorders>
          <w:top w:val="single" w:sz="24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nil"/>
          <w:insideV w:val="single" w:sz="8" w:space="0" w:color="FFFFFF" w:themeColor="background1"/>
        </w:tcBorders>
        <w:shd w:val="clear" w:color="auto" w:fill="C0504D" w:themeFill="accent2"/>
      </w:tcPr>
    </w:tblStylePr>
    <w:tblStylePr w:type="firstCol">
      <w:rPr>
        <w:b/>
        <w:bCs/>
        <w:i w:val="0"/>
        <w:iCs w:val="0"/>
        <w:color w:val="FFFFFF" w:themeColor="background1"/>
      </w:rPr>
      <w:tblPr/>
      <w:tcPr>
        <w:tcBorders>
          <w:left w:val="single" w:sz="8" w:space="0" w:color="FFFFFF" w:themeColor="background1"/>
          <w:right w:val="single" w:sz="24" w:space="0" w:color="FFFFFF" w:themeColor="background1"/>
          <w:insideH w:val="nil"/>
          <w:insideV w:val="nil"/>
        </w:tcBorders>
        <w:shd w:val="clear" w:color="auto" w:fill="C0504D" w:themeFill="accent2"/>
      </w:tcPr>
    </w:tblStylePr>
    <w:tblStylePr w:type="lastCol">
      <w:rPr>
        <w:b/>
        <w:bCs/>
        <w:i w:val="0"/>
        <w:iCs w:val="0"/>
        <w:color w:val="FFFFFF" w:themeColor="background1"/>
      </w:rPr>
      <w:tblPr/>
      <w:tcPr>
        <w:tcBorders>
          <w:top w:val="nil"/>
          <w:left w:val="single" w:sz="24" w:space="0" w:color="FFFFFF" w:themeColor="background1"/>
          <w:bottom w:val="nil"/>
          <w:right w:val="nil"/>
          <w:insideH w:val="nil"/>
          <w:insideV w:val="nil"/>
        </w:tcBorders>
        <w:shd w:val="clear" w:color="auto" w:fill="C0504D" w:themeFill="accent2"/>
      </w:tcPr>
    </w:tblStylePr>
    <w:tblStylePr w:type="band1Vert"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nil"/>
          <w:insideV w:val="nil"/>
        </w:tcBorders>
        <w:shd w:val="clear" w:color="auto" w:fill="DFA7A6" w:themeFill="accent2" w:themeFillTint="7F"/>
      </w:tcPr>
    </w:tblStylePr>
    <w:tblStylePr w:type="band1Horz"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single" w:sz="8" w:space="0" w:color="FFFFFF" w:themeColor="background1"/>
          <w:insideV w:val="single" w:sz="8" w:space="0" w:color="FFFFFF" w:themeColor="background1"/>
        </w:tcBorders>
        <w:shd w:val="clear" w:color="auto" w:fill="DFA7A6" w:themeFill="accent2" w:themeFillTint="7F"/>
      </w:tcPr>
    </w:tblStylePr>
  </w:style>
  <w:style w:type="table" w:styleId="MediumGrid3-Accent3">
    <w:name w:val="Medium Grid 3 Accent 3"/>
    <w:basedOn w:val="TableNormal"/>
    <w:uiPriority w:val="69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FFFFFF" w:themeColor="background1"/>
        <w:left w:val="single" w:sz="8" w:space="0" w:color="FFFFFF" w:themeColor="background1"/>
        <w:bottom w:val="single" w:sz="8" w:space="0" w:color="FFFFFF" w:themeColor="background1"/>
        <w:right w:val="single" w:sz="8" w:space="0" w:color="FFFFFF" w:themeColor="background1"/>
        <w:insideH w:val="single" w:sz="6" w:space="0" w:color="FFFFFF" w:themeColor="background1"/>
        <w:insideV w:val="single" w:sz="6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E6EED5" w:themeFill="accent3" w:themeFillTint="3F"/>
    </w:tcPr>
    <w:tblStylePr w:type="firstRow">
      <w:rPr>
        <w:b/>
        <w:bCs/>
        <w:i w:val="0"/>
        <w:iCs w:val="0"/>
        <w:color w:val="FFFFFF" w:themeColor="background1"/>
      </w:rPr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24" w:space="0" w:color="FFFFFF" w:themeColor="background1"/>
          <w:right w:val="single" w:sz="8" w:space="0" w:color="FFFFFF" w:themeColor="background1"/>
          <w:insideH w:val="nil"/>
          <w:insideV w:val="single" w:sz="8" w:space="0" w:color="FFFFFF" w:themeColor="background1"/>
        </w:tcBorders>
        <w:shd w:val="clear" w:color="auto" w:fill="9BBB59" w:themeFill="accent3"/>
      </w:tcPr>
    </w:tblStylePr>
    <w:tblStylePr w:type="lastRow">
      <w:rPr>
        <w:b/>
        <w:bCs/>
        <w:i w:val="0"/>
        <w:iCs w:val="0"/>
        <w:color w:val="FFFFFF" w:themeColor="background1"/>
      </w:rPr>
      <w:tblPr/>
      <w:tcPr>
        <w:tcBorders>
          <w:top w:val="single" w:sz="24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nil"/>
          <w:insideV w:val="single" w:sz="8" w:space="0" w:color="FFFFFF" w:themeColor="background1"/>
        </w:tcBorders>
        <w:shd w:val="clear" w:color="auto" w:fill="9BBB59" w:themeFill="accent3"/>
      </w:tcPr>
    </w:tblStylePr>
    <w:tblStylePr w:type="firstCol">
      <w:rPr>
        <w:b/>
        <w:bCs/>
        <w:i w:val="0"/>
        <w:iCs w:val="0"/>
        <w:color w:val="FFFFFF" w:themeColor="background1"/>
      </w:rPr>
      <w:tblPr/>
      <w:tcPr>
        <w:tcBorders>
          <w:left w:val="single" w:sz="8" w:space="0" w:color="FFFFFF" w:themeColor="background1"/>
          <w:right w:val="single" w:sz="24" w:space="0" w:color="FFFFFF" w:themeColor="background1"/>
          <w:insideH w:val="nil"/>
          <w:insideV w:val="nil"/>
        </w:tcBorders>
        <w:shd w:val="clear" w:color="auto" w:fill="9BBB59" w:themeFill="accent3"/>
      </w:tcPr>
    </w:tblStylePr>
    <w:tblStylePr w:type="lastCol">
      <w:rPr>
        <w:b/>
        <w:bCs/>
        <w:i w:val="0"/>
        <w:iCs w:val="0"/>
        <w:color w:val="FFFFFF" w:themeColor="background1"/>
      </w:rPr>
      <w:tblPr/>
      <w:tcPr>
        <w:tcBorders>
          <w:top w:val="nil"/>
          <w:left w:val="single" w:sz="24" w:space="0" w:color="FFFFFF" w:themeColor="background1"/>
          <w:bottom w:val="nil"/>
          <w:right w:val="nil"/>
          <w:insideH w:val="nil"/>
          <w:insideV w:val="nil"/>
        </w:tcBorders>
        <w:shd w:val="clear" w:color="auto" w:fill="9BBB59" w:themeFill="accent3"/>
      </w:tcPr>
    </w:tblStylePr>
    <w:tblStylePr w:type="band1Vert"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nil"/>
          <w:insideV w:val="nil"/>
        </w:tcBorders>
        <w:shd w:val="clear" w:color="auto" w:fill="CDDDAC" w:themeFill="accent3" w:themeFillTint="7F"/>
      </w:tcPr>
    </w:tblStylePr>
    <w:tblStylePr w:type="band1Horz"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single" w:sz="8" w:space="0" w:color="FFFFFF" w:themeColor="background1"/>
          <w:insideV w:val="single" w:sz="8" w:space="0" w:color="FFFFFF" w:themeColor="background1"/>
        </w:tcBorders>
        <w:shd w:val="clear" w:color="auto" w:fill="CDDDAC" w:themeFill="accent3" w:themeFillTint="7F"/>
      </w:tcPr>
    </w:tblStylePr>
  </w:style>
  <w:style w:type="table" w:styleId="MediumGrid3-Accent4">
    <w:name w:val="Medium Grid 3 Accent 4"/>
    <w:basedOn w:val="TableNormal"/>
    <w:uiPriority w:val="69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FFFFFF" w:themeColor="background1"/>
        <w:left w:val="single" w:sz="8" w:space="0" w:color="FFFFFF" w:themeColor="background1"/>
        <w:bottom w:val="single" w:sz="8" w:space="0" w:color="FFFFFF" w:themeColor="background1"/>
        <w:right w:val="single" w:sz="8" w:space="0" w:color="FFFFFF" w:themeColor="background1"/>
        <w:insideH w:val="single" w:sz="6" w:space="0" w:color="FFFFFF" w:themeColor="background1"/>
        <w:insideV w:val="single" w:sz="6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DFD8E8" w:themeFill="accent4" w:themeFillTint="3F"/>
    </w:tcPr>
    <w:tblStylePr w:type="firstRow">
      <w:rPr>
        <w:b/>
        <w:bCs/>
        <w:i w:val="0"/>
        <w:iCs w:val="0"/>
        <w:color w:val="FFFFFF" w:themeColor="background1"/>
      </w:rPr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24" w:space="0" w:color="FFFFFF" w:themeColor="background1"/>
          <w:right w:val="single" w:sz="8" w:space="0" w:color="FFFFFF" w:themeColor="background1"/>
          <w:insideH w:val="nil"/>
          <w:insideV w:val="single" w:sz="8" w:space="0" w:color="FFFFFF" w:themeColor="background1"/>
        </w:tcBorders>
        <w:shd w:val="clear" w:color="auto" w:fill="8064A2" w:themeFill="accent4"/>
      </w:tcPr>
    </w:tblStylePr>
    <w:tblStylePr w:type="lastRow">
      <w:rPr>
        <w:b/>
        <w:bCs/>
        <w:i w:val="0"/>
        <w:iCs w:val="0"/>
        <w:color w:val="FFFFFF" w:themeColor="background1"/>
      </w:rPr>
      <w:tblPr/>
      <w:tcPr>
        <w:tcBorders>
          <w:top w:val="single" w:sz="24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nil"/>
          <w:insideV w:val="single" w:sz="8" w:space="0" w:color="FFFFFF" w:themeColor="background1"/>
        </w:tcBorders>
        <w:shd w:val="clear" w:color="auto" w:fill="8064A2" w:themeFill="accent4"/>
      </w:tcPr>
    </w:tblStylePr>
    <w:tblStylePr w:type="firstCol">
      <w:rPr>
        <w:b/>
        <w:bCs/>
        <w:i w:val="0"/>
        <w:iCs w:val="0"/>
        <w:color w:val="FFFFFF" w:themeColor="background1"/>
      </w:rPr>
      <w:tblPr/>
      <w:tcPr>
        <w:tcBorders>
          <w:left w:val="single" w:sz="8" w:space="0" w:color="FFFFFF" w:themeColor="background1"/>
          <w:right w:val="single" w:sz="24" w:space="0" w:color="FFFFFF" w:themeColor="background1"/>
          <w:insideH w:val="nil"/>
          <w:insideV w:val="nil"/>
        </w:tcBorders>
        <w:shd w:val="clear" w:color="auto" w:fill="8064A2" w:themeFill="accent4"/>
      </w:tcPr>
    </w:tblStylePr>
    <w:tblStylePr w:type="lastCol">
      <w:rPr>
        <w:b/>
        <w:bCs/>
        <w:i w:val="0"/>
        <w:iCs w:val="0"/>
        <w:color w:val="FFFFFF" w:themeColor="background1"/>
      </w:rPr>
      <w:tblPr/>
      <w:tcPr>
        <w:tcBorders>
          <w:top w:val="nil"/>
          <w:left w:val="single" w:sz="24" w:space="0" w:color="FFFFFF" w:themeColor="background1"/>
          <w:bottom w:val="nil"/>
          <w:right w:val="nil"/>
          <w:insideH w:val="nil"/>
          <w:insideV w:val="nil"/>
        </w:tcBorders>
        <w:shd w:val="clear" w:color="auto" w:fill="8064A2" w:themeFill="accent4"/>
      </w:tcPr>
    </w:tblStylePr>
    <w:tblStylePr w:type="band1Vert"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nil"/>
          <w:insideV w:val="nil"/>
        </w:tcBorders>
        <w:shd w:val="clear" w:color="auto" w:fill="BFB1D0" w:themeFill="accent4" w:themeFillTint="7F"/>
      </w:tcPr>
    </w:tblStylePr>
    <w:tblStylePr w:type="band1Horz"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single" w:sz="8" w:space="0" w:color="FFFFFF" w:themeColor="background1"/>
          <w:insideV w:val="single" w:sz="8" w:space="0" w:color="FFFFFF" w:themeColor="background1"/>
        </w:tcBorders>
        <w:shd w:val="clear" w:color="auto" w:fill="BFB1D0" w:themeFill="accent4" w:themeFillTint="7F"/>
      </w:tcPr>
    </w:tblStylePr>
  </w:style>
  <w:style w:type="table" w:styleId="MediumGrid3-Accent5">
    <w:name w:val="Medium Grid 3 Accent 5"/>
    <w:basedOn w:val="TableNormal"/>
    <w:uiPriority w:val="69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FFFFFF" w:themeColor="background1"/>
        <w:left w:val="single" w:sz="8" w:space="0" w:color="FFFFFF" w:themeColor="background1"/>
        <w:bottom w:val="single" w:sz="8" w:space="0" w:color="FFFFFF" w:themeColor="background1"/>
        <w:right w:val="single" w:sz="8" w:space="0" w:color="FFFFFF" w:themeColor="background1"/>
        <w:insideH w:val="single" w:sz="6" w:space="0" w:color="FFFFFF" w:themeColor="background1"/>
        <w:insideV w:val="single" w:sz="6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D2EAF1" w:themeFill="accent5" w:themeFillTint="3F"/>
    </w:tcPr>
    <w:tblStylePr w:type="firstRow">
      <w:rPr>
        <w:b/>
        <w:bCs/>
        <w:i w:val="0"/>
        <w:iCs w:val="0"/>
        <w:color w:val="FFFFFF" w:themeColor="background1"/>
      </w:rPr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24" w:space="0" w:color="FFFFFF" w:themeColor="background1"/>
          <w:right w:val="single" w:sz="8" w:space="0" w:color="FFFFFF" w:themeColor="background1"/>
          <w:insideH w:val="nil"/>
          <w:insideV w:val="single" w:sz="8" w:space="0" w:color="FFFFFF" w:themeColor="background1"/>
        </w:tcBorders>
        <w:shd w:val="clear" w:color="auto" w:fill="4BACC6" w:themeFill="accent5"/>
      </w:tcPr>
    </w:tblStylePr>
    <w:tblStylePr w:type="lastRow">
      <w:rPr>
        <w:b/>
        <w:bCs/>
        <w:i w:val="0"/>
        <w:iCs w:val="0"/>
        <w:color w:val="FFFFFF" w:themeColor="background1"/>
      </w:rPr>
      <w:tblPr/>
      <w:tcPr>
        <w:tcBorders>
          <w:top w:val="single" w:sz="24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nil"/>
          <w:insideV w:val="single" w:sz="8" w:space="0" w:color="FFFFFF" w:themeColor="background1"/>
        </w:tcBorders>
        <w:shd w:val="clear" w:color="auto" w:fill="4BACC6" w:themeFill="accent5"/>
      </w:tcPr>
    </w:tblStylePr>
    <w:tblStylePr w:type="firstCol">
      <w:rPr>
        <w:b/>
        <w:bCs/>
        <w:i w:val="0"/>
        <w:iCs w:val="0"/>
        <w:color w:val="FFFFFF" w:themeColor="background1"/>
      </w:rPr>
      <w:tblPr/>
      <w:tcPr>
        <w:tcBorders>
          <w:left w:val="single" w:sz="8" w:space="0" w:color="FFFFFF" w:themeColor="background1"/>
          <w:right w:val="single" w:sz="24" w:space="0" w:color="FFFFFF" w:themeColor="background1"/>
          <w:insideH w:val="nil"/>
          <w:insideV w:val="nil"/>
        </w:tcBorders>
        <w:shd w:val="clear" w:color="auto" w:fill="4BACC6" w:themeFill="accent5"/>
      </w:tcPr>
    </w:tblStylePr>
    <w:tblStylePr w:type="lastCol">
      <w:rPr>
        <w:b/>
        <w:bCs/>
        <w:i w:val="0"/>
        <w:iCs w:val="0"/>
        <w:color w:val="FFFFFF" w:themeColor="background1"/>
      </w:rPr>
      <w:tblPr/>
      <w:tcPr>
        <w:tcBorders>
          <w:top w:val="nil"/>
          <w:left w:val="single" w:sz="24" w:space="0" w:color="FFFFFF" w:themeColor="background1"/>
          <w:bottom w:val="nil"/>
          <w:right w:val="nil"/>
          <w:insideH w:val="nil"/>
          <w:insideV w:val="nil"/>
        </w:tcBorders>
        <w:shd w:val="clear" w:color="auto" w:fill="4BACC6" w:themeFill="accent5"/>
      </w:tcPr>
    </w:tblStylePr>
    <w:tblStylePr w:type="band1Vert"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nil"/>
          <w:insideV w:val="nil"/>
        </w:tcBorders>
        <w:shd w:val="clear" w:color="auto" w:fill="A5D5E2" w:themeFill="accent5" w:themeFillTint="7F"/>
      </w:tcPr>
    </w:tblStylePr>
    <w:tblStylePr w:type="band1Horz"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single" w:sz="8" w:space="0" w:color="FFFFFF" w:themeColor="background1"/>
          <w:insideV w:val="single" w:sz="8" w:space="0" w:color="FFFFFF" w:themeColor="background1"/>
        </w:tcBorders>
        <w:shd w:val="clear" w:color="auto" w:fill="A5D5E2" w:themeFill="accent5" w:themeFillTint="7F"/>
      </w:tcPr>
    </w:tblStylePr>
  </w:style>
  <w:style w:type="table" w:styleId="MediumGrid3-Accent6">
    <w:name w:val="Medium Grid 3 Accent 6"/>
    <w:basedOn w:val="TableNormal"/>
    <w:uiPriority w:val="69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FFFFFF" w:themeColor="background1"/>
        <w:left w:val="single" w:sz="8" w:space="0" w:color="FFFFFF" w:themeColor="background1"/>
        <w:bottom w:val="single" w:sz="8" w:space="0" w:color="FFFFFF" w:themeColor="background1"/>
        <w:right w:val="single" w:sz="8" w:space="0" w:color="FFFFFF" w:themeColor="background1"/>
        <w:insideH w:val="single" w:sz="6" w:space="0" w:color="FFFFFF" w:themeColor="background1"/>
        <w:insideV w:val="single" w:sz="6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FDE4D0" w:themeFill="accent6" w:themeFillTint="3F"/>
    </w:tcPr>
    <w:tblStylePr w:type="firstRow">
      <w:rPr>
        <w:b/>
        <w:bCs/>
        <w:i w:val="0"/>
        <w:iCs w:val="0"/>
        <w:color w:val="FFFFFF" w:themeColor="background1"/>
      </w:rPr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24" w:space="0" w:color="FFFFFF" w:themeColor="background1"/>
          <w:right w:val="single" w:sz="8" w:space="0" w:color="FFFFFF" w:themeColor="background1"/>
          <w:insideH w:val="nil"/>
          <w:insideV w:val="single" w:sz="8" w:space="0" w:color="FFFFFF" w:themeColor="background1"/>
        </w:tcBorders>
        <w:shd w:val="clear" w:color="auto" w:fill="F79646" w:themeFill="accent6"/>
      </w:tcPr>
    </w:tblStylePr>
    <w:tblStylePr w:type="lastRow">
      <w:rPr>
        <w:b/>
        <w:bCs/>
        <w:i w:val="0"/>
        <w:iCs w:val="0"/>
        <w:color w:val="FFFFFF" w:themeColor="background1"/>
      </w:rPr>
      <w:tblPr/>
      <w:tcPr>
        <w:tcBorders>
          <w:top w:val="single" w:sz="24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nil"/>
          <w:insideV w:val="single" w:sz="8" w:space="0" w:color="FFFFFF" w:themeColor="background1"/>
        </w:tcBorders>
        <w:shd w:val="clear" w:color="auto" w:fill="F79646" w:themeFill="accent6"/>
      </w:tcPr>
    </w:tblStylePr>
    <w:tblStylePr w:type="firstCol">
      <w:rPr>
        <w:b/>
        <w:bCs/>
        <w:i w:val="0"/>
        <w:iCs w:val="0"/>
        <w:color w:val="FFFFFF" w:themeColor="background1"/>
      </w:rPr>
      <w:tblPr/>
      <w:tcPr>
        <w:tcBorders>
          <w:left w:val="single" w:sz="8" w:space="0" w:color="FFFFFF" w:themeColor="background1"/>
          <w:right w:val="single" w:sz="24" w:space="0" w:color="FFFFFF" w:themeColor="background1"/>
          <w:insideH w:val="nil"/>
          <w:insideV w:val="nil"/>
        </w:tcBorders>
        <w:shd w:val="clear" w:color="auto" w:fill="F79646" w:themeFill="accent6"/>
      </w:tcPr>
    </w:tblStylePr>
    <w:tblStylePr w:type="lastCol">
      <w:rPr>
        <w:b/>
        <w:bCs/>
        <w:i w:val="0"/>
        <w:iCs w:val="0"/>
        <w:color w:val="FFFFFF" w:themeColor="background1"/>
      </w:rPr>
      <w:tblPr/>
      <w:tcPr>
        <w:tcBorders>
          <w:top w:val="nil"/>
          <w:left w:val="single" w:sz="24" w:space="0" w:color="FFFFFF" w:themeColor="background1"/>
          <w:bottom w:val="nil"/>
          <w:right w:val="nil"/>
          <w:insideH w:val="nil"/>
          <w:insideV w:val="nil"/>
        </w:tcBorders>
        <w:shd w:val="clear" w:color="auto" w:fill="F79646" w:themeFill="accent6"/>
      </w:tcPr>
    </w:tblStylePr>
    <w:tblStylePr w:type="band1Vert"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nil"/>
          <w:insideV w:val="nil"/>
        </w:tcBorders>
        <w:shd w:val="clear" w:color="auto" w:fill="FBCAA2" w:themeFill="accent6" w:themeFillTint="7F"/>
      </w:tcPr>
    </w:tblStylePr>
    <w:tblStylePr w:type="band1Horz"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single" w:sz="8" w:space="0" w:color="FFFFFF" w:themeColor="background1"/>
          <w:insideV w:val="single" w:sz="8" w:space="0" w:color="FFFFFF" w:themeColor="background1"/>
        </w:tcBorders>
        <w:shd w:val="clear" w:color="auto" w:fill="FBCAA2" w:themeFill="accent6" w:themeFillTint="7F"/>
      </w:tcPr>
    </w:tblStylePr>
  </w:style>
  <w:style w:type="table" w:styleId="DarkList">
    <w:name w:val="Dark List"/>
    <w:basedOn w:val="TableNormal"/>
    <w:uiPriority w:val="70"/>
    <w:rsid w:val="00CB0664"/>
    <w:pPr>
      <w:spacing w:after="0" w:line="240" w:lineRule="auto"/>
    </w:pPr>
    <w:rPr>
      <w:color w:val="FFFFFF" w:themeColor="background1"/>
    </w:rPr>
    <w:tblPr>
      <w:tblStyleRowBandSize w:val="1"/>
      <w:tblStyleColBandSize w:val="1"/>
      <w:tblInd w:w="0" w:type="dxa"/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000000" w:themeFill="text1"/>
    </w:tcPr>
    <w:tblStylePr w:type="firstRow">
      <w:rPr>
        <w:b/>
        <w:bCs/>
      </w:rPr>
      <w:tblPr/>
      <w:tcPr>
        <w:tcBorders>
          <w:top w:val="nil"/>
          <w:left w:val="nil"/>
          <w:bottom w:val="single" w:sz="18" w:space="0" w:color="FFFFFF" w:themeColor="background1"/>
          <w:right w:val="nil"/>
          <w:insideH w:val="nil"/>
          <w:insideV w:val="nil"/>
        </w:tcBorders>
        <w:shd w:val="clear" w:color="auto" w:fill="000000" w:themeFill="text1"/>
      </w:tcPr>
    </w:tblStylePr>
    <w:tblStylePr w:type="lastRow">
      <w:tblPr/>
      <w:tcPr>
        <w:tcBorders>
          <w:top w:val="single" w:sz="18" w:space="0" w:color="FFFFFF" w:themeColor="background1"/>
          <w:left w:val="nil"/>
          <w:bottom w:val="nil"/>
          <w:right w:val="nil"/>
          <w:insideH w:val="nil"/>
          <w:insideV w:val="nil"/>
        </w:tcBorders>
        <w:shd w:val="clear" w:color="auto" w:fill="000000" w:themeFill="text1" w:themeFillShade="7F"/>
      </w:tcPr>
    </w:tblStylePr>
    <w:tblStylePr w:type="firstCol">
      <w:tblPr/>
      <w:tcPr>
        <w:tcBorders>
          <w:top w:val="nil"/>
          <w:left w:val="nil"/>
          <w:bottom w:val="nil"/>
          <w:right w:val="single" w:sz="18" w:space="0" w:color="FFFFFF" w:themeColor="background1"/>
          <w:insideH w:val="nil"/>
          <w:insideV w:val="nil"/>
        </w:tcBorders>
        <w:shd w:val="clear" w:color="auto" w:fill="000000" w:themeFill="text1" w:themeFillShade="BF"/>
      </w:tcPr>
    </w:tblStylePr>
    <w:tblStylePr w:type="lastCol">
      <w:tblPr/>
      <w:tcPr>
        <w:tcBorders>
          <w:top w:val="nil"/>
          <w:left w:val="single" w:sz="18" w:space="0" w:color="FFFFFF" w:themeColor="background1"/>
          <w:bottom w:val="nil"/>
          <w:right w:val="nil"/>
          <w:insideH w:val="nil"/>
          <w:insideV w:val="nil"/>
        </w:tcBorders>
        <w:shd w:val="clear" w:color="auto" w:fill="000000" w:themeFill="text1" w:themeFillShade="BF"/>
      </w:tcPr>
    </w:tblStylePr>
    <w:tblStylePr w:type="band1Vert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000000" w:themeFill="text1" w:themeFillShade="BF"/>
      </w:tcPr>
    </w:tblStylePr>
    <w:tblStylePr w:type="band1Horz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000000" w:themeFill="text1" w:themeFillShade="BF"/>
      </w:tcPr>
    </w:tblStylePr>
  </w:style>
  <w:style w:type="table" w:styleId="DarkList-Accent1">
    <w:name w:val="Dark List Accent 1"/>
    <w:basedOn w:val="TableNormal"/>
    <w:uiPriority w:val="70"/>
    <w:rsid w:val="00CB0664"/>
    <w:pPr>
      <w:spacing w:after="0" w:line="240" w:lineRule="auto"/>
    </w:pPr>
    <w:rPr>
      <w:color w:val="FFFFFF" w:themeColor="background1"/>
    </w:rPr>
    <w:tblPr>
      <w:tblStyleRowBandSize w:val="1"/>
      <w:tblStyleColBandSize w:val="1"/>
      <w:tblInd w:w="0" w:type="dxa"/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4F81BD" w:themeFill="accent1"/>
    </w:tcPr>
    <w:tblStylePr w:type="firstRow">
      <w:rPr>
        <w:b/>
        <w:bCs/>
      </w:rPr>
      <w:tblPr/>
      <w:tcPr>
        <w:tcBorders>
          <w:top w:val="nil"/>
          <w:left w:val="nil"/>
          <w:bottom w:val="single" w:sz="18" w:space="0" w:color="FFFFFF" w:themeColor="background1"/>
          <w:right w:val="nil"/>
          <w:insideH w:val="nil"/>
          <w:insideV w:val="nil"/>
        </w:tcBorders>
        <w:shd w:val="clear" w:color="auto" w:fill="000000" w:themeFill="text1"/>
      </w:tcPr>
    </w:tblStylePr>
    <w:tblStylePr w:type="lastRow">
      <w:tblPr/>
      <w:tcPr>
        <w:tcBorders>
          <w:top w:val="single" w:sz="18" w:space="0" w:color="FFFFFF" w:themeColor="background1"/>
          <w:left w:val="nil"/>
          <w:bottom w:val="nil"/>
          <w:right w:val="nil"/>
          <w:insideH w:val="nil"/>
          <w:insideV w:val="nil"/>
        </w:tcBorders>
        <w:shd w:val="clear" w:color="auto" w:fill="243F60" w:themeFill="accent1" w:themeFillShade="7F"/>
      </w:tcPr>
    </w:tblStylePr>
    <w:tblStylePr w:type="firstCol">
      <w:tblPr/>
      <w:tcPr>
        <w:tcBorders>
          <w:top w:val="nil"/>
          <w:left w:val="nil"/>
          <w:bottom w:val="nil"/>
          <w:right w:val="single" w:sz="18" w:space="0" w:color="FFFFFF" w:themeColor="background1"/>
          <w:insideH w:val="nil"/>
          <w:insideV w:val="nil"/>
        </w:tcBorders>
        <w:shd w:val="clear" w:color="auto" w:fill="365F91" w:themeFill="accent1" w:themeFillShade="BF"/>
      </w:tcPr>
    </w:tblStylePr>
    <w:tblStylePr w:type="lastCol">
      <w:tblPr/>
      <w:tcPr>
        <w:tcBorders>
          <w:top w:val="nil"/>
          <w:left w:val="single" w:sz="18" w:space="0" w:color="FFFFFF" w:themeColor="background1"/>
          <w:bottom w:val="nil"/>
          <w:right w:val="nil"/>
          <w:insideH w:val="nil"/>
          <w:insideV w:val="nil"/>
        </w:tcBorders>
        <w:shd w:val="clear" w:color="auto" w:fill="365F91" w:themeFill="accent1" w:themeFillShade="BF"/>
      </w:tcPr>
    </w:tblStylePr>
    <w:tblStylePr w:type="band1Vert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365F91" w:themeFill="accent1" w:themeFillShade="BF"/>
      </w:tcPr>
    </w:tblStylePr>
    <w:tblStylePr w:type="band1Horz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365F91" w:themeFill="accent1" w:themeFillShade="BF"/>
      </w:tcPr>
    </w:tblStylePr>
  </w:style>
  <w:style w:type="table" w:styleId="DarkList-Accent2">
    <w:name w:val="Dark List Accent 2"/>
    <w:basedOn w:val="TableNormal"/>
    <w:uiPriority w:val="70"/>
    <w:rsid w:val="00CB0664"/>
    <w:pPr>
      <w:spacing w:after="0" w:line="240" w:lineRule="auto"/>
    </w:pPr>
    <w:rPr>
      <w:color w:val="FFFFFF" w:themeColor="background1"/>
    </w:rPr>
    <w:tblPr>
      <w:tblStyleRowBandSize w:val="1"/>
      <w:tblStyleColBandSize w:val="1"/>
      <w:tblInd w:w="0" w:type="dxa"/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C0504D" w:themeFill="accent2"/>
    </w:tcPr>
    <w:tblStylePr w:type="firstRow">
      <w:rPr>
        <w:b/>
        <w:bCs/>
      </w:rPr>
      <w:tblPr/>
      <w:tcPr>
        <w:tcBorders>
          <w:top w:val="nil"/>
          <w:left w:val="nil"/>
          <w:bottom w:val="single" w:sz="18" w:space="0" w:color="FFFFFF" w:themeColor="background1"/>
          <w:right w:val="nil"/>
          <w:insideH w:val="nil"/>
          <w:insideV w:val="nil"/>
        </w:tcBorders>
        <w:shd w:val="clear" w:color="auto" w:fill="000000" w:themeFill="text1"/>
      </w:tcPr>
    </w:tblStylePr>
    <w:tblStylePr w:type="lastRow">
      <w:tblPr/>
      <w:tcPr>
        <w:tcBorders>
          <w:top w:val="single" w:sz="18" w:space="0" w:color="FFFFFF" w:themeColor="background1"/>
          <w:left w:val="nil"/>
          <w:bottom w:val="nil"/>
          <w:right w:val="nil"/>
          <w:insideH w:val="nil"/>
          <w:insideV w:val="nil"/>
        </w:tcBorders>
        <w:shd w:val="clear" w:color="auto" w:fill="622423" w:themeFill="accent2" w:themeFillShade="7F"/>
      </w:tcPr>
    </w:tblStylePr>
    <w:tblStylePr w:type="firstCol">
      <w:tblPr/>
      <w:tcPr>
        <w:tcBorders>
          <w:top w:val="nil"/>
          <w:left w:val="nil"/>
          <w:bottom w:val="nil"/>
          <w:right w:val="single" w:sz="18" w:space="0" w:color="FFFFFF" w:themeColor="background1"/>
          <w:insideH w:val="nil"/>
          <w:insideV w:val="nil"/>
        </w:tcBorders>
        <w:shd w:val="clear" w:color="auto" w:fill="943634" w:themeFill="accent2" w:themeFillShade="BF"/>
      </w:tcPr>
    </w:tblStylePr>
    <w:tblStylePr w:type="lastCol">
      <w:tblPr/>
      <w:tcPr>
        <w:tcBorders>
          <w:top w:val="nil"/>
          <w:left w:val="single" w:sz="18" w:space="0" w:color="FFFFFF" w:themeColor="background1"/>
          <w:bottom w:val="nil"/>
          <w:right w:val="nil"/>
          <w:insideH w:val="nil"/>
          <w:insideV w:val="nil"/>
        </w:tcBorders>
        <w:shd w:val="clear" w:color="auto" w:fill="943634" w:themeFill="accent2" w:themeFillShade="BF"/>
      </w:tcPr>
    </w:tblStylePr>
    <w:tblStylePr w:type="band1Vert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943634" w:themeFill="accent2" w:themeFillShade="BF"/>
      </w:tcPr>
    </w:tblStylePr>
    <w:tblStylePr w:type="band1Horz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943634" w:themeFill="accent2" w:themeFillShade="BF"/>
      </w:tcPr>
    </w:tblStylePr>
  </w:style>
  <w:style w:type="table" w:styleId="DarkList-Accent3">
    <w:name w:val="Dark List Accent 3"/>
    <w:basedOn w:val="TableNormal"/>
    <w:uiPriority w:val="70"/>
    <w:rsid w:val="00CB0664"/>
    <w:pPr>
      <w:spacing w:after="0" w:line="240" w:lineRule="auto"/>
    </w:pPr>
    <w:rPr>
      <w:color w:val="FFFFFF" w:themeColor="background1"/>
    </w:rPr>
    <w:tblPr>
      <w:tblStyleRowBandSize w:val="1"/>
      <w:tblStyleColBandSize w:val="1"/>
      <w:tblInd w:w="0" w:type="dxa"/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9BBB59" w:themeFill="accent3"/>
    </w:tcPr>
    <w:tblStylePr w:type="firstRow">
      <w:rPr>
        <w:b/>
        <w:bCs/>
      </w:rPr>
      <w:tblPr/>
      <w:tcPr>
        <w:tcBorders>
          <w:top w:val="nil"/>
          <w:left w:val="nil"/>
          <w:bottom w:val="single" w:sz="18" w:space="0" w:color="FFFFFF" w:themeColor="background1"/>
          <w:right w:val="nil"/>
          <w:insideH w:val="nil"/>
          <w:insideV w:val="nil"/>
        </w:tcBorders>
        <w:shd w:val="clear" w:color="auto" w:fill="000000" w:themeFill="text1"/>
      </w:tcPr>
    </w:tblStylePr>
    <w:tblStylePr w:type="lastRow">
      <w:tblPr/>
      <w:tcPr>
        <w:tcBorders>
          <w:top w:val="single" w:sz="18" w:space="0" w:color="FFFFFF" w:themeColor="background1"/>
          <w:left w:val="nil"/>
          <w:bottom w:val="nil"/>
          <w:right w:val="nil"/>
          <w:insideH w:val="nil"/>
          <w:insideV w:val="nil"/>
        </w:tcBorders>
        <w:shd w:val="clear" w:color="auto" w:fill="4E6128" w:themeFill="accent3" w:themeFillShade="7F"/>
      </w:tcPr>
    </w:tblStylePr>
    <w:tblStylePr w:type="firstCol">
      <w:tblPr/>
      <w:tcPr>
        <w:tcBorders>
          <w:top w:val="nil"/>
          <w:left w:val="nil"/>
          <w:bottom w:val="nil"/>
          <w:right w:val="single" w:sz="18" w:space="0" w:color="FFFFFF" w:themeColor="background1"/>
          <w:insideH w:val="nil"/>
          <w:insideV w:val="nil"/>
        </w:tcBorders>
        <w:shd w:val="clear" w:color="auto" w:fill="76923C" w:themeFill="accent3" w:themeFillShade="BF"/>
      </w:tcPr>
    </w:tblStylePr>
    <w:tblStylePr w:type="lastCol">
      <w:tblPr/>
      <w:tcPr>
        <w:tcBorders>
          <w:top w:val="nil"/>
          <w:left w:val="single" w:sz="18" w:space="0" w:color="FFFFFF" w:themeColor="background1"/>
          <w:bottom w:val="nil"/>
          <w:right w:val="nil"/>
          <w:insideH w:val="nil"/>
          <w:insideV w:val="nil"/>
        </w:tcBorders>
        <w:shd w:val="clear" w:color="auto" w:fill="76923C" w:themeFill="accent3" w:themeFillShade="BF"/>
      </w:tcPr>
    </w:tblStylePr>
    <w:tblStylePr w:type="band1Vert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76923C" w:themeFill="accent3" w:themeFillShade="BF"/>
      </w:tcPr>
    </w:tblStylePr>
    <w:tblStylePr w:type="band1Horz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76923C" w:themeFill="accent3" w:themeFillShade="BF"/>
      </w:tcPr>
    </w:tblStylePr>
  </w:style>
  <w:style w:type="table" w:styleId="DarkList-Accent4">
    <w:name w:val="Dark List Accent 4"/>
    <w:basedOn w:val="TableNormal"/>
    <w:uiPriority w:val="70"/>
    <w:rsid w:val="00CB0664"/>
    <w:pPr>
      <w:spacing w:after="0" w:line="240" w:lineRule="auto"/>
    </w:pPr>
    <w:rPr>
      <w:color w:val="FFFFFF" w:themeColor="background1"/>
    </w:rPr>
    <w:tblPr>
      <w:tblStyleRowBandSize w:val="1"/>
      <w:tblStyleColBandSize w:val="1"/>
      <w:tblInd w:w="0" w:type="dxa"/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8064A2" w:themeFill="accent4"/>
    </w:tcPr>
    <w:tblStylePr w:type="firstRow">
      <w:rPr>
        <w:b/>
        <w:bCs/>
      </w:rPr>
      <w:tblPr/>
      <w:tcPr>
        <w:tcBorders>
          <w:top w:val="nil"/>
          <w:left w:val="nil"/>
          <w:bottom w:val="single" w:sz="18" w:space="0" w:color="FFFFFF" w:themeColor="background1"/>
          <w:right w:val="nil"/>
          <w:insideH w:val="nil"/>
          <w:insideV w:val="nil"/>
        </w:tcBorders>
        <w:shd w:val="clear" w:color="auto" w:fill="000000" w:themeFill="text1"/>
      </w:tcPr>
    </w:tblStylePr>
    <w:tblStylePr w:type="lastRow">
      <w:tblPr/>
      <w:tcPr>
        <w:tcBorders>
          <w:top w:val="single" w:sz="18" w:space="0" w:color="FFFFFF" w:themeColor="background1"/>
          <w:left w:val="nil"/>
          <w:bottom w:val="nil"/>
          <w:right w:val="nil"/>
          <w:insideH w:val="nil"/>
          <w:insideV w:val="nil"/>
        </w:tcBorders>
        <w:shd w:val="clear" w:color="auto" w:fill="3F3151" w:themeFill="accent4" w:themeFillShade="7F"/>
      </w:tcPr>
    </w:tblStylePr>
    <w:tblStylePr w:type="firstCol">
      <w:tblPr/>
      <w:tcPr>
        <w:tcBorders>
          <w:top w:val="nil"/>
          <w:left w:val="nil"/>
          <w:bottom w:val="nil"/>
          <w:right w:val="single" w:sz="18" w:space="0" w:color="FFFFFF" w:themeColor="background1"/>
          <w:insideH w:val="nil"/>
          <w:insideV w:val="nil"/>
        </w:tcBorders>
        <w:shd w:val="clear" w:color="auto" w:fill="5F497A" w:themeFill="accent4" w:themeFillShade="BF"/>
      </w:tcPr>
    </w:tblStylePr>
    <w:tblStylePr w:type="lastCol">
      <w:tblPr/>
      <w:tcPr>
        <w:tcBorders>
          <w:top w:val="nil"/>
          <w:left w:val="single" w:sz="18" w:space="0" w:color="FFFFFF" w:themeColor="background1"/>
          <w:bottom w:val="nil"/>
          <w:right w:val="nil"/>
          <w:insideH w:val="nil"/>
          <w:insideV w:val="nil"/>
        </w:tcBorders>
        <w:shd w:val="clear" w:color="auto" w:fill="5F497A" w:themeFill="accent4" w:themeFillShade="BF"/>
      </w:tcPr>
    </w:tblStylePr>
    <w:tblStylePr w:type="band1Vert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5F497A" w:themeFill="accent4" w:themeFillShade="BF"/>
      </w:tcPr>
    </w:tblStylePr>
    <w:tblStylePr w:type="band1Horz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5F497A" w:themeFill="accent4" w:themeFillShade="BF"/>
      </w:tcPr>
    </w:tblStylePr>
  </w:style>
  <w:style w:type="table" w:styleId="DarkList-Accent5">
    <w:name w:val="Dark List Accent 5"/>
    <w:basedOn w:val="TableNormal"/>
    <w:uiPriority w:val="70"/>
    <w:rsid w:val="00CB0664"/>
    <w:pPr>
      <w:spacing w:after="0" w:line="240" w:lineRule="auto"/>
    </w:pPr>
    <w:rPr>
      <w:color w:val="FFFFFF" w:themeColor="background1"/>
    </w:rPr>
    <w:tblPr>
      <w:tblStyleRowBandSize w:val="1"/>
      <w:tblStyleColBandSize w:val="1"/>
      <w:tblInd w:w="0" w:type="dxa"/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4BACC6" w:themeFill="accent5"/>
    </w:tcPr>
    <w:tblStylePr w:type="firstRow">
      <w:rPr>
        <w:b/>
        <w:bCs/>
      </w:rPr>
      <w:tblPr/>
      <w:tcPr>
        <w:tcBorders>
          <w:top w:val="nil"/>
          <w:left w:val="nil"/>
          <w:bottom w:val="single" w:sz="18" w:space="0" w:color="FFFFFF" w:themeColor="background1"/>
          <w:right w:val="nil"/>
          <w:insideH w:val="nil"/>
          <w:insideV w:val="nil"/>
        </w:tcBorders>
        <w:shd w:val="clear" w:color="auto" w:fill="000000" w:themeFill="text1"/>
      </w:tcPr>
    </w:tblStylePr>
    <w:tblStylePr w:type="lastRow">
      <w:tblPr/>
      <w:tcPr>
        <w:tcBorders>
          <w:top w:val="single" w:sz="18" w:space="0" w:color="FFFFFF" w:themeColor="background1"/>
          <w:left w:val="nil"/>
          <w:bottom w:val="nil"/>
          <w:right w:val="nil"/>
          <w:insideH w:val="nil"/>
          <w:insideV w:val="nil"/>
        </w:tcBorders>
        <w:shd w:val="clear" w:color="auto" w:fill="205867" w:themeFill="accent5" w:themeFillShade="7F"/>
      </w:tcPr>
    </w:tblStylePr>
    <w:tblStylePr w:type="firstCol">
      <w:tblPr/>
      <w:tcPr>
        <w:tcBorders>
          <w:top w:val="nil"/>
          <w:left w:val="nil"/>
          <w:bottom w:val="nil"/>
          <w:right w:val="single" w:sz="18" w:space="0" w:color="FFFFFF" w:themeColor="background1"/>
          <w:insideH w:val="nil"/>
          <w:insideV w:val="nil"/>
        </w:tcBorders>
        <w:shd w:val="clear" w:color="auto" w:fill="31849B" w:themeFill="accent5" w:themeFillShade="BF"/>
      </w:tcPr>
    </w:tblStylePr>
    <w:tblStylePr w:type="lastCol">
      <w:tblPr/>
      <w:tcPr>
        <w:tcBorders>
          <w:top w:val="nil"/>
          <w:left w:val="single" w:sz="18" w:space="0" w:color="FFFFFF" w:themeColor="background1"/>
          <w:bottom w:val="nil"/>
          <w:right w:val="nil"/>
          <w:insideH w:val="nil"/>
          <w:insideV w:val="nil"/>
        </w:tcBorders>
        <w:shd w:val="clear" w:color="auto" w:fill="31849B" w:themeFill="accent5" w:themeFillShade="BF"/>
      </w:tcPr>
    </w:tblStylePr>
    <w:tblStylePr w:type="band1Vert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31849B" w:themeFill="accent5" w:themeFillShade="BF"/>
      </w:tcPr>
    </w:tblStylePr>
    <w:tblStylePr w:type="band1Horz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31849B" w:themeFill="accent5" w:themeFillShade="BF"/>
      </w:tcPr>
    </w:tblStylePr>
  </w:style>
  <w:style w:type="table" w:styleId="DarkList-Accent6">
    <w:name w:val="Dark List Accent 6"/>
    <w:basedOn w:val="TableNormal"/>
    <w:uiPriority w:val="70"/>
    <w:rsid w:val="00CB0664"/>
    <w:pPr>
      <w:spacing w:after="0" w:line="240" w:lineRule="auto"/>
    </w:pPr>
    <w:rPr>
      <w:color w:val="FFFFFF" w:themeColor="background1"/>
    </w:rPr>
    <w:tblPr>
      <w:tblStyleRowBandSize w:val="1"/>
      <w:tblStyleColBandSize w:val="1"/>
      <w:tblInd w:w="0" w:type="dxa"/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F79646" w:themeFill="accent6"/>
    </w:tcPr>
    <w:tblStylePr w:type="firstRow">
      <w:rPr>
        <w:b/>
        <w:bCs/>
      </w:rPr>
      <w:tblPr/>
      <w:tcPr>
        <w:tcBorders>
          <w:top w:val="nil"/>
          <w:left w:val="nil"/>
          <w:bottom w:val="single" w:sz="18" w:space="0" w:color="FFFFFF" w:themeColor="background1"/>
          <w:right w:val="nil"/>
          <w:insideH w:val="nil"/>
          <w:insideV w:val="nil"/>
        </w:tcBorders>
        <w:shd w:val="clear" w:color="auto" w:fill="000000" w:themeFill="text1"/>
      </w:tcPr>
    </w:tblStylePr>
    <w:tblStylePr w:type="lastRow">
      <w:tblPr/>
      <w:tcPr>
        <w:tcBorders>
          <w:top w:val="single" w:sz="18" w:space="0" w:color="FFFFFF" w:themeColor="background1"/>
          <w:left w:val="nil"/>
          <w:bottom w:val="nil"/>
          <w:right w:val="nil"/>
          <w:insideH w:val="nil"/>
          <w:insideV w:val="nil"/>
        </w:tcBorders>
        <w:shd w:val="clear" w:color="auto" w:fill="974706" w:themeFill="accent6" w:themeFillShade="7F"/>
      </w:tcPr>
    </w:tblStylePr>
    <w:tblStylePr w:type="firstCol">
      <w:tblPr/>
      <w:tcPr>
        <w:tcBorders>
          <w:top w:val="nil"/>
          <w:left w:val="nil"/>
          <w:bottom w:val="nil"/>
          <w:right w:val="single" w:sz="18" w:space="0" w:color="FFFFFF" w:themeColor="background1"/>
          <w:insideH w:val="nil"/>
          <w:insideV w:val="nil"/>
        </w:tcBorders>
        <w:shd w:val="clear" w:color="auto" w:fill="E36C0A" w:themeFill="accent6" w:themeFillShade="BF"/>
      </w:tcPr>
    </w:tblStylePr>
    <w:tblStylePr w:type="lastCol">
      <w:tblPr/>
      <w:tcPr>
        <w:tcBorders>
          <w:top w:val="nil"/>
          <w:left w:val="single" w:sz="18" w:space="0" w:color="FFFFFF" w:themeColor="background1"/>
          <w:bottom w:val="nil"/>
          <w:right w:val="nil"/>
          <w:insideH w:val="nil"/>
          <w:insideV w:val="nil"/>
        </w:tcBorders>
        <w:shd w:val="clear" w:color="auto" w:fill="E36C0A" w:themeFill="accent6" w:themeFillShade="BF"/>
      </w:tcPr>
    </w:tblStylePr>
    <w:tblStylePr w:type="band1Vert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E36C0A" w:themeFill="accent6" w:themeFillShade="BF"/>
      </w:tcPr>
    </w:tblStylePr>
    <w:tblStylePr w:type="band1Horz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E36C0A" w:themeFill="accent6" w:themeFillShade="BF"/>
      </w:tcPr>
    </w:tblStylePr>
  </w:style>
  <w:style w:type="table" w:styleId="ColorfulShading">
    <w:name w:val="Colorful Shading"/>
    <w:basedOn w:val="TableNormal"/>
    <w:uiPriority w:val="71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top w:val="single" w:sz="24" w:space="0" w:color="C0504D" w:themeColor="accent2"/>
        <w:left w:val="single" w:sz="4" w:space="0" w:color="000000" w:themeColor="text1"/>
        <w:bottom w:val="single" w:sz="4" w:space="0" w:color="000000" w:themeColor="text1"/>
        <w:right w:val="single" w:sz="4" w:space="0" w:color="000000" w:themeColor="text1"/>
        <w:insideH w:val="single" w:sz="4" w:space="0" w:color="FFFFFF" w:themeColor="background1"/>
        <w:insideV w:val="single" w:sz="4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E6E6E6" w:themeFill="text1" w:themeFillTint="19"/>
    </w:tcPr>
    <w:tblStylePr w:type="firstRow">
      <w:rPr>
        <w:b/>
        <w:bCs/>
      </w:rPr>
      <w:tblPr/>
      <w:tcPr>
        <w:tcBorders>
          <w:top w:val="nil"/>
          <w:left w:val="nil"/>
          <w:bottom w:val="single" w:sz="24" w:space="0" w:color="C0504D" w:themeColor="accent2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Row">
      <w:rPr>
        <w:b/>
        <w:bCs/>
        <w:color w:val="FFFFFF" w:themeColor="background1"/>
      </w:rPr>
      <w:tblPr/>
      <w:tcPr>
        <w:tcBorders>
          <w:top w:val="single" w:sz="6" w:space="0" w:color="FFFFFF" w:themeColor="background1"/>
        </w:tcBorders>
        <w:shd w:val="clear" w:color="auto" w:fill="000000" w:themeFill="text1" w:themeFillShade="99"/>
      </w:tcPr>
    </w:tblStylePr>
    <w:tblStylePr w:type="firstCol">
      <w:rPr>
        <w:color w:val="FFFFFF" w:themeColor="background1"/>
      </w:rPr>
      <w:tblPr/>
      <w:tcPr>
        <w:tcBorders>
          <w:top w:val="nil"/>
          <w:left w:val="nil"/>
          <w:bottom w:val="nil"/>
          <w:right w:val="nil"/>
          <w:insideH w:val="single" w:sz="4" w:space="0" w:color="000000" w:themeColor="text1" w:themeShade="99"/>
          <w:insideV w:val="nil"/>
        </w:tcBorders>
        <w:shd w:val="clear" w:color="auto" w:fill="000000" w:themeFill="text1" w:themeFillShade="99"/>
      </w:tcPr>
    </w:tblStylePr>
    <w:tblStylePr w:type="lastCol">
      <w:rPr>
        <w:color w:val="FFFFFF" w:themeColor="background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000000" w:themeFill="text1" w:themeFillShade="BF"/>
      </w:tcPr>
    </w:tblStylePr>
    <w:tblStylePr w:type="band1Vert">
      <w:tblPr/>
      <w:tcPr>
        <w:shd w:val="clear" w:color="auto" w:fill="999999" w:themeFill="text1" w:themeFillTint="66"/>
      </w:tcPr>
    </w:tblStylePr>
    <w:tblStylePr w:type="band1Horz">
      <w:tblPr/>
      <w:tcPr>
        <w:shd w:val="clear" w:color="auto" w:fill="808080" w:themeFill="text1" w:themeFillTint="7F"/>
      </w:tcPr>
    </w:tblStylePr>
    <w:tblStylePr w:type="neCell">
      <w:rPr>
        <w:color w:val="000000" w:themeColor="text1"/>
      </w:rPr>
    </w:tblStylePr>
    <w:tblStylePr w:type="nwCell">
      <w:rPr>
        <w:color w:val="000000" w:themeColor="text1"/>
      </w:rPr>
    </w:tblStylePr>
  </w:style>
  <w:style w:type="table" w:styleId="ColorfulShading-Accent1">
    <w:name w:val="Colorful Shading Accent 1"/>
    <w:basedOn w:val="TableNormal"/>
    <w:uiPriority w:val="71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top w:val="single" w:sz="24" w:space="0" w:color="C0504D" w:themeColor="accent2"/>
        <w:left w:val="single" w:sz="4" w:space="0" w:color="4F81BD" w:themeColor="accent1"/>
        <w:bottom w:val="single" w:sz="4" w:space="0" w:color="4F81BD" w:themeColor="accent1"/>
        <w:right w:val="single" w:sz="4" w:space="0" w:color="4F81BD" w:themeColor="accent1"/>
        <w:insideH w:val="single" w:sz="4" w:space="0" w:color="FFFFFF" w:themeColor="background1"/>
        <w:insideV w:val="single" w:sz="4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EDF2F8" w:themeFill="accent1" w:themeFillTint="19"/>
    </w:tcPr>
    <w:tblStylePr w:type="firstRow">
      <w:rPr>
        <w:b/>
        <w:bCs/>
      </w:rPr>
      <w:tblPr/>
      <w:tcPr>
        <w:tcBorders>
          <w:top w:val="nil"/>
          <w:left w:val="nil"/>
          <w:bottom w:val="single" w:sz="24" w:space="0" w:color="C0504D" w:themeColor="accent2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Row">
      <w:rPr>
        <w:b/>
        <w:bCs/>
        <w:color w:val="FFFFFF" w:themeColor="background1"/>
      </w:rPr>
      <w:tblPr/>
      <w:tcPr>
        <w:tcBorders>
          <w:top w:val="single" w:sz="6" w:space="0" w:color="FFFFFF" w:themeColor="background1"/>
        </w:tcBorders>
        <w:shd w:val="clear" w:color="auto" w:fill="2C4C74" w:themeFill="accent1" w:themeFillShade="99"/>
      </w:tcPr>
    </w:tblStylePr>
    <w:tblStylePr w:type="firstCol">
      <w:rPr>
        <w:color w:val="FFFFFF" w:themeColor="background1"/>
      </w:rPr>
      <w:tblPr/>
      <w:tcPr>
        <w:tcBorders>
          <w:top w:val="nil"/>
          <w:left w:val="nil"/>
          <w:bottom w:val="nil"/>
          <w:right w:val="nil"/>
          <w:insideH w:val="single" w:sz="4" w:space="0" w:color="2C4C74" w:themeColor="accent1" w:themeShade="99"/>
          <w:insideV w:val="nil"/>
        </w:tcBorders>
        <w:shd w:val="clear" w:color="auto" w:fill="2C4C74" w:themeFill="accent1" w:themeFillShade="99"/>
      </w:tcPr>
    </w:tblStylePr>
    <w:tblStylePr w:type="lastCol">
      <w:rPr>
        <w:color w:val="FFFFFF" w:themeColor="background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2C4C74" w:themeFill="accent1" w:themeFillShade="99"/>
      </w:tcPr>
    </w:tblStylePr>
    <w:tblStylePr w:type="band1Vert">
      <w:tblPr/>
      <w:tcPr>
        <w:shd w:val="clear" w:color="auto" w:fill="B8CCE4" w:themeFill="accent1" w:themeFillTint="66"/>
      </w:tcPr>
    </w:tblStylePr>
    <w:tblStylePr w:type="band1Horz">
      <w:tblPr/>
      <w:tcPr>
        <w:shd w:val="clear" w:color="auto" w:fill="A7BFDE" w:themeFill="accent1" w:themeFillTint="7F"/>
      </w:tcPr>
    </w:tblStylePr>
    <w:tblStylePr w:type="neCell">
      <w:rPr>
        <w:color w:val="000000" w:themeColor="text1"/>
      </w:rPr>
    </w:tblStylePr>
    <w:tblStylePr w:type="nwCell">
      <w:rPr>
        <w:color w:val="000000" w:themeColor="text1"/>
      </w:rPr>
    </w:tblStylePr>
  </w:style>
  <w:style w:type="table" w:styleId="ColorfulShading-Accent2">
    <w:name w:val="Colorful Shading Accent 2"/>
    <w:basedOn w:val="TableNormal"/>
    <w:uiPriority w:val="71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top w:val="single" w:sz="24" w:space="0" w:color="C0504D" w:themeColor="accent2"/>
        <w:left w:val="single" w:sz="4" w:space="0" w:color="C0504D" w:themeColor="accent2"/>
        <w:bottom w:val="single" w:sz="4" w:space="0" w:color="C0504D" w:themeColor="accent2"/>
        <w:right w:val="single" w:sz="4" w:space="0" w:color="C0504D" w:themeColor="accent2"/>
        <w:insideH w:val="single" w:sz="4" w:space="0" w:color="FFFFFF" w:themeColor="background1"/>
        <w:insideV w:val="single" w:sz="4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F8EDED" w:themeFill="accent2" w:themeFillTint="19"/>
    </w:tcPr>
    <w:tblStylePr w:type="firstRow">
      <w:rPr>
        <w:b/>
        <w:bCs/>
      </w:rPr>
      <w:tblPr/>
      <w:tcPr>
        <w:tcBorders>
          <w:top w:val="nil"/>
          <w:left w:val="nil"/>
          <w:bottom w:val="single" w:sz="24" w:space="0" w:color="C0504D" w:themeColor="accent2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Row">
      <w:rPr>
        <w:b/>
        <w:bCs/>
        <w:color w:val="FFFFFF" w:themeColor="background1"/>
      </w:rPr>
      <w:tblPr/>
      <w:tcPr>
        <w:tcBorders>
          <w:top w:val="single" w:sz="6" w:space="0" w:color="FFFFFF" w:themeColor="background1"/>
        </w:tcBorders>
        <w:shd w:val="clear" w:color="auto" w:fill="772C2A" w:themeFill="accent2" w:themeFillShade="99"/>
      </w:tcPr>
    </w:tblStylePr>
    <w:tblStylePr w:type="firstCol">
      <w:rPr>
        <w:color w:val="FFFFFF" w:themeColor="background1"/>
      </w:rPr>
      <w:tblPr/>
      <w:tcPr>
        <w:tcBorders>
          <w:top w:val="nil"/>
          <w:left w:val="nil"/>
          <w:bottom w:val="nil"/>
          <w:right w:val="nil"/>
          <w:insideH w:val="single" w:sz="4" w:space="0" w:color="772C2A" w:themeColor="accent2" w:themeShade="99"/>
          <w:insideV w:val="nil"/>
        </w:tcBorders>
        <w:shd w:val="clear" w:color="auto" w:fill="772C2A" w:themeFill="accent2" w:themeFillShade="99"/>
      </w:tcPr>
    </w:tblStylePr>
    <w:tblStylePr w:type="lastCol">
      <w:rPr>
        <w:color w:val="FFFFFF" w:themeColor="background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772C2A" w:themeFill="accent2" w:themeFillShade="99"/>
      </w:tcPr>
    </w:tblStylePr>
    <w:tblStylePr w:type="band1Vert">
      <w:tblPr/>
      <w:tcPr>
        <w:shd w:val="clear" w:color="auto" w:fill="E5B8B7" w:themeFill="accent2" w:themeFillTint="66"/>
      </w:tcPr>
    </w:tblStylePr>
    <w:tblStylePr w:type="band1Horz">
      <w:tblPr/>
      <w:tcPr>
        <w:shd w:val="clear" w:color="auto" w:fill="DFA7A6" w:themeFill="accent2" w:themeFillTint="7F"/>
      </w:tcPr>
    </w:tblStylePr>
    <w:tblStylePr w:type="neCell">
      <w:rPr>
        <w:color w:val="000000" w:themeColor="text1"/>
      </w:rPr>
    </w:tblStylePr>
    <w:tblStylePr w:type="nwCell">
      <w:rPr>
        <w:color w:val="000000" w:themeColor="text1"/>
      </w:rPr>
    </w:tblStylePr>
  </w:style>
  <w:style w:type="table" w:styleId="ColorfulShading-Accent3">
    <w:name w:val="Colorful Shading Accent 3"/>
    <w:basedOn w:val="TableNormal"/>
    <w:uiPriority w:val="71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top w:val="single" w:sz="24" w:space="0" w:color="8064A2" w:themeColor="accent4"/>
        <w:left w:val="single" w:sz="4" w:space="0" w:color="9BBB59" w:themeColor="accent3"/>
        <w:bottom w:val="single" w:sz="4" w:space="0" w:color="9BBB59" w:themeColor="accent3"/>
        <w:right w:val="single" w:sz="4" w:space="0" w:color="9BBB59" w:themeColor="accent3"/>
        <w:insideH w:val="single" w:sz="4" w:space="0" w:color="FFFFFF" w:themeColor="background1"/>
        <w:insideV w:val="single" w:sz="4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F5F8EE" w:themeFill="accent3" w:themeFillTint="19"/>
    </w:tcPr>
    <w:tblStylePr w:type="firstRow">
      <w:rPr>
        <w:b/>
        <w:bCs/>
      </w:rPr>
      <w:tblPr/>
      <w:tcPr>
        <w:tcBorders>
          <w:top w:val="nil"/>
          <w:left w:val="nil"/>
          <w:bottom w:val="single" w:sz="24" w:space="0" w:color="8064A2" w:themeColor="accent4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Row">
      <w:rPr>
        <w:b/>
        <w:bCs/>
        <w:color w:val="FFFFFF" w:themeColor="background1"/>
      </w:rPr>
      <w:tblPr/>
      <w:tcPr>
        <w:tcBorders>
          <w:top w:val="single" w:sz="6" w:space="0" w:color="FFFFFF" w:themeColor="background1"/>
        </w:tcBorders>
        <w:shd w:val="clear" w:color="auto" w:fill="5E7530" w:themeFill="accent3" w:themeFillShade="99"/>
      </w:tcPr>
    </w:tblStylePr>
    <w:tblStylePr w:type="firstCol">
      <w:rPr>
        <w:color w:val="FFFFFF" w:themeColor="background1"/>
      </w:rPr>
      <w:tblPr/>
      <w:tcPr>
        <w:tcBorders>
          <w:top w:val="nil"/>
          <w:left w:val="nil"/>
          <w:bottom w:val="nil"/>
          <w:right w:val="nil"/>
          <w:insideH w:val="single" w:sz="4" w:space="0" w:color="5E7530" w:themeColor="accent3" w:themeShade="99"/>
          <w:insideV w:val="nil"/>
        </w:tcBorders>
        <w:shd w:val="clear" w:color="auto" w:fill="5E7530" w:themeFill="accent3" w:themeFillShade="99"/>
      </w:tcPr>
    </w:tblStylePr>
    <w:tblStylePr w:type="lastCol">
      <w:rPr>
        <w:color w:val="FFFFFF" w:themeColor="background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5E7530" w:themeFill="accent3" w:themeFillShade="99"/>
      </w:tcPr>
    </w:tblStylePr>
    <w:tblStylePr w:type="band1Vert">
      <w:tblPr/>
      <w:tcPr>
        <w:shd w:val="clear" w:color="auto" w:fill="D6E3BC" w:themeFill="accent3" w:themeFillTint="66"/>
      </w:tcPr>
    </w:tblStylePr>
    <w:tblStylePr w:type="band1Horz">
      <w:tblPr/>
      <w:tcPr>
        <w:shd w:val="clear" w:color="auto" w:fill="CDDDAC" w:themeFill="accent3" w:themeFillTint="7F"/>
      </w:tcPr>
    </w:tblStylePr>
  </w:style>
  <w:style w:type="table" w:styleId="ColorfulShading-Accent4">
    <w:name w:val="Colorful Shading Accent 4"/>
    <w:basedOn w:val="TableNormal"/>
    <w:uiPriority w:val="71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top w:val="single" w:sz="24" w:space="0" w:color="9BBB59" w:themeColor="accent3"/>
        <w:left w:val="single" w:sz="4" w:space="0" w:color="8064A2" w:themeColor="accent4"/>
        <w:bottom w:val="single" w:sz="4" w:space="0" w:color="8064A2" w:themeColor="accent4"/>
        <w:right w:val="single" w:sz="4" w:space="0" w:color="8064A2" w:themeColor="accent4"/>
        <w:insideH w:val="single" w:sz="4" w:space="0" w:color="FFFFFF" w:themeColor="background1"/>
        <w:insideV w:val="single" w:sz="4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F2EFF6" w:themeFill="accent4" w:themeFillTint="19"/>
    </w:tcPr>
    <w:tblStylePr w:type="firstRow">
      <w:rPr>
        <w:b/>
        <w:bCs/>
      </w:rPr>
      <w:tblPr/>
      <w:tcPr>
        <w:tcBorders>
          <w:top w:val="nil"/>
          <w:left w:val="nil"/>
          <w:bottom w:val="single" w:sz="24" w:space="0" w:color="9BBB59" w:themeColor="accent3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Row">
      <w:rPr>
        <w:b/>
        <w:bCs/>
        <w:color w:val="FFFFFF" w:themeColor="background1"/>
      </w:rPr>
      <w:tblPr/>
      <w:tcPr>
        <w:tcBorders>
          <w:top w:val="single" w:sz="6" w:space="0" w:color="FFFFFF" w:themeColor="background1"/>
        </w:tcBorders>
        <w:shd w:val="clear" w:color="auto" w:fill="4C3B62" w:themeFill="accent4" w:themeFillShade="99"/>
      </w:tcPr>
    </w:tblStylePr>
    <w:tblStylePr w:type="firstCol">
      <w:rPr>
        <w:color w:val="FFFFFF" w:themeColor="background1"/>
      </w:rPr>
      <w:tblPr/>
      <w:tcPr>
        <w:tcBorders>
          <w:top w:val="nil"/>
          <w:left w:val="nil"/>
          <w:bottom w:val="nil"/>
          <w:right w:val="nil"/>
          <w:insideH w:val="single" w:sz="4" w:space="0" w:color="4C3B62" w:themeColor="accent4" w:themeShade="99"/>
          <w:insideV w:val="nil"/>
        </w:tcBorders>
        <w:shd w:val="clear" w:color="auto" w:fill="4C3B62" w:themeFill="accent4" w:themeFillShade="99"/>
      </w:tcPr>
    </w:tblStylePr>
    <w:tblStylePr w:type="lastCol">
      <w:rPr>
        <w:color w:val="FFFFFF" w:themeColor="background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4C3B62" w:themeFill="accent4" w:themeFillShade="99"/>
      </w:tcPr>
    </w:tblStylePr>
    <w:tblStylePr w:type="band1Vert">
      <w:tblPr/>
      <w:tcPr>
        <w:shd w:val="clear" w:color="auto" w:fill="CCC0D9" w:themeFill="accent4" w:themeFillTint="66"/>
      </w:tcPr>
    </w:tblStylePr>
    <w:tblStylePr w:type="band1Horz">
      <w:tblPr/>
      <w:tcPr>
        <w:shd w:val="clear" w:color="auto" w:fill="BFB1D0" w:themeFill="accent4" w:themeFillTint="7F"/>
      </w:tcPr>
    </w:tblStylePr>
    <w:tblStylePr w:type="neCell">
      <w:rPr>
        <w:color w:val="000000" w:themeColor="text1"/>
      </w:rPr>
    </w:tblStylePr>
    <w:tblStylePr w:type="nwCell">
      <w:rPr>
        <w:color w:val="000000" w:themeColor="text1"/>
      </w:rPr>
    </w:tblStylePr>
  </w:style>
  <w:style w:type="table" w:styleId="ColorfulShading-Accent5">
    <w:name w:val="Colorful Shading Accent 5"/>
    <w:basedOn w:val="TableNormal"/>
    <w:uiPriority w:val="71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top w:val="single" w:sz="24" w:space="0" w:color="F79646" w:themeColor="accent6"/>
        <w:left w:val="single" w:sz="4" w:space="0" w:color="4BACC6" w:themeColor="accent5"/>
        <w:bottom w:val="single" w:sz="4" w:space="0" w:color="4BACC6" w:themeColor="accent5"/>
        <w:right w:val="single" w:sz="4" w:space="0" w:color="4BACC6" w:themeColor="accent5"/>
        <w:insideH w:val="single" w:sz="4" w:space="0" w:color="FFFFFF" w:themeColor="background1"/>
        <w:insideV w:val="single" w:sz="4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EDF6F9" w:themeFill="accent5" w:themeFillTint="19"/>
    </w:tcPr>
    <w:tblStylePr w:type="firstRow">
      <w:rPr>
        <w:b/>
        <w:bCs/>
      </w:rPr>
      <w:tblPr/>
      <w:tcPr>
        <w:tcBorders>
          <w:top w:val="nil"/>
          <w:left w:val="nil"/>
          <w:bottom w:val="single" w:sz="24" w:space="0" w:color="F79646" w:themeColor="accent6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Row">
      <w:rPr>
        <w:b/>
        <w:bCs/>
        <w:color w:val="FFFFFF" w:themeColor="background1"/>
      </w:rPr>
      <w:tblPr/>
      <w:tcPr>
        <w:tcBorders>
          <w:top w:val="single" w:sz="6" w:space="0" w:color="FFFFFF" w:themeColor="background1"/>
        </w:tcBorders>
        <w:shd w:val="clear" w:color="auto" w:fill="276A7C" w:themeFill="accent5" w:themeFillShade="99"/>
      </w:tcPr>
    </w:tblStylePr>
    <w:tblStylePr w:type="firstCol">
      <w:rPr>
        <w:color w:val="FFFFFF" w:themeColor="background1"/>
      </w:rPr>
      <w:tblPr/>
      <w:tcPr>
        <w:tcBorders>
          <w:top w:val="nil"/>
          <w:left w:val="nil"/>
          <w:bottom w:val="nil"/>
          <w:right w:val="nil"/>
          <w:insideH w:val="single" w:sz="4" w:space="0" w:color="276A7C" w:themeColor="accent5" w:themeShade="99"/>
          <w:insideV w:val="nil"/>
        </w:tcBorders>
        <w:shd w:val="clear" w:color="auto" w:fill="276A7C" w:themeFill="accent5" w:themeFillShade="99"/>
      </w:tcPr>
    </w:tblStylePr>
    <w:tblStylePr w:type="lastCol">
      <w:rPr>
        <w:color w:val="FFFFFF" w:themeColor="background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276A7C" w:themeFill="accent5" w:themeFillShade="99"/>
      </w:tcPr>
    </w:tblStylePr>
    <w:tblStylePr w:type="band1Vert">
      <w:tblPr/>
      <w:tcPr>
        <w:shd w:val="clear" w:color="auto" w:fill="B6DDE8" w:themeFill="accent5" w:themeFillTint="66"/>
      </w:tcPr>
    </w:tblStylePr>
    <w:tblStylePr w:type="band1Horz">
      <w:tblPr/>
      <w:tcPr>
        <w:shd w:val="clear" w:color="auto" w:fill="A5D5E2" w:themeFill="accent5" w:themeFillTint="7F"/>
      </w:tcPr>
    </w:tblStylePr>
    <w:tblStylePr w:type="neCell">
      <w:rPr>
        <w:color w:val="000000" w:themeColor="text1"/>
      </w:rPr>
    </w:tblStylePr>
    <w:tblStylePr w:type="nwCell">
      <w:rPr>
        <w:color w:val="000000" w:themeColor="text1"/>
      </w:rPr>
    </w:tblStylePr>
  </w:style>
  <w:style w:type="table" w:styleId="ColorfulShading-Accent6">
    <w:name w:val="Colorful Shading Accent 6"/>
    <w:basedOn w:val="TableNormal"/>
    <w:uiPriority w:val="71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top w:val="single" w:sz="24" w:space="0" w:color="4BACC6" w:themeColor="accent5"/>
        <w:left w:val="single" w:sz="4" w:space="0" w:color="F79646" w:themeColor="accent6"/>
        <w:bottom w:val="single" w:sz="4" w:space="0" w:color="F79646" w:themeColor="accent6"/>
        <w:right w:val="single" w:sz="4" w:space="0" w:color="F79646" w:themeColor="accent6"/>
        <w:insideH w:val="single" w:sz="4" w:space="0" w:color="FFFFFF" w:themeColor="background1"/>
        <w:insideV w:val="single" w:sz="4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FEF4EC" w:themeFill="accent6" w:themeFillTint="19"/>
    </w:tcPr>
    <w:tblStylePr w:type="firstRow">
      <w:rPr>
        <w:b/>
        <w:bCs/>
      </w:rPr>
      <w:tblPr/>
      <w:tcPr>
        <w:tcBorders>
          <w:top w:val="nil"/>
          <w:left w:val="nil"/>
          <w:bottom w:val="single" w:sz="24" w:space="0" w:color="4BACC6" w:themeColor="accent5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Row">
      <w:rPr>
        <w:b/>
        <w:bCs/>
        <w:color w:val="FFFFFF" w:themeColor="background1"/>
      </w:rPr>
      <w:tblPr/>
      <w:tcPr>
        <w:tcBorders>
          <w:top w:val="single" w:sz="6" w:space="0" w:color="FFFFFF" w:themeColor="background1"/>
        </w:tcBorders>
        <w:shd w:val="clear" w:color="auto" w:fill="B65608" w:themeFill="accent6" w:themeFillShade="99"/>
      </w:tcPr>
    </w:tblStylePr>
    <w:tblStylePr w:type="firstCol">
      <w:rPr>
        <w:color w:val="FFFFFF" w:themeColor="background1"/>
      </w:rPr>
      <w:tblPr/>
      <w:tcPr>
        <w:tcBorders>
          <w:top w:val="nil"/>
          <w:left w:val="nil"/>
          <w:bottom w:val="nil"/>
          <w:right w:val="nil"/>
          <w:insideH w:val="single" w:sz="4" w:space="0" w:color="B65608" w:themeColor="accent6" w:themeShade="99"/>
          <w:insideV w:val="nil"/>
        </w:tcBorders>
        <w:shd w:val="clear" w:color="auto" w:fill="B65608" w:themeFill="accent6" w:themeFillShade="99"/>
      </w:tcPr>
    </w:tblStylePr>
    <w:tblStylePr w:type="lastCol">
      <w:rPr>
        <w:color w:val="FFFFFF" w:themeColor="background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B65608" w:themeFill="accent6" w:themeFillShade="99"/>
      </w:tcPr>
    </w:tblStylePr>
    <w:tblStylePr w:type="band1Vert">
      <w:tblPr/>
      <w:tcPr>
        <w:shd w:val="clear" w:color="auto" w:fill="FBD4B4" w:themeFill="accent6" w:themeFillTint="66"/>
      </w:tcPr>
    </w:tblStylePr>
    <w:tblStylePr w:type="band1Horz">
      <w:tblPr/>
      <w:tcPr>
        <w:shd w:val="clear" w:color="auto" w:fill="FBCAA2" w:themeFill="accent6" w:themeFillTint="7F"/>
      </w:tcPr>
    </w:tblStylePr>
    <w:tblStylePr w:type="neCell">
      <w:rPr>
        <w:color w:val="000000" w:themeColor="text1"/>
      </w:rPr>
    </w:tblStylePr>
    <w:tblStylePr w:type="nwCell">
      <w:rPr>
        <w:color w:val="000000" w:themeColor="text1"/>
      </w:rPr>
    </w:tblStylePr>
  </w:style>
  <w:style w:type="table" w:styleId="ColorfulList">
    <w:name w:val="Colorful List"/>
    <w:basedOn w:val="TableNormal"/>
    <w:uiPriority w:val="72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E6E6E6" w:themeFill="text1" w:themeFillTint="19"/>
    </w:tcPr>
    <w:tblStylePr w:type="firstRow">
      <w:rPr>
        <w:b/>
        <w:bCs/>
        <w:color w:val="FFFFFF" w:themeColor="background1"/>
      </w:rPr>
      <w:tblPr/>
      <w:tcPr>
        <w:tcBorders>
          <w:bottom w:val="single" w:sz="12" w:space="0" w:color="FFFFFF" w:themeColor="background1"/>
        </w:tcBorders>
        <w:shd w:val="clear" w:color="auto" w:fill="9E3A38" w:themeFill="accent2" w:themeFillShade="CC"/>
      </w:tcPr>
    </w:tblStylePr>
    <w:tblStylePr w:type="lastRow">
      <w:rPr>
        <w:b/>
        <w:bCs/>
        <w:color w:val="9E3A38" w:themeColor="accent2" w:themeShade="CC"/>
      </w:rPr>
      <w:tblPr/>
      <w:tcPr>
        <w:tcBorders>
          <w:top w:val="single" w:sz="12" w:space="0" w:color="000000" w:themeColor="text1"/>
        </w:tcBorders>
        <w:shd w:val="clear" w:color="auto" w:fill="FFFFFF" w:themeFill="background1"/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C0C0C0" w:themeFill="text1" w:themeFillTint="3F"/>
      </w:tcPr>
    </w:tblStylePr>
    <w:tblStylePr w:type="band1Horz">
      <w:tblPr/>
      <w:tcPr>
        <w:shd w:val="clear" w:color="auto" w:fill="CCCCCC" w:themeFill="text1" w:themeFillTint="33"/>
      </w:tcPr>
    </w:tblStylePr>
  </w:style>
  <w:style w:type="table" w:styleId="ColorfulList-Accent1">
    <w:name w:val="Colorful List Accent 1"/>
    <w:basedOn w:val="TableNormal"/>
    <w:uiPriority w:val="72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EDF2F8" w:themeFill="accent1" w:themeFillTint="19"/>
    </w:tcPr>
    <w:tblStylePr w:type="firstRow">
      <w:rPr>
        <w:b/>
        <w:bCs/>
        <w:color w:val="FFFFFF" w:themeColor="background1"/>
      </w:rPr>
      <w:tblPr/>
      <w:tcPr>
        <w:tcBorders>
          <w:bottom w:val="single" w:sz="12" w:space="0" w:color="FFFFFF" w:themeColor="background1"/>
        </w:tcBorders>
        <w:shd w:val="clear" w:color="auto" w:fill="9E3A38" w:themeFill="accent2" w:themeFillShade="CC"/>
      </w:tcPr>
    </w:tblStylePr>
    <w:tblStylePr w:type="lastRow">
      <w:rPr>
        <w:b/>
        <w:bCs/>
        <w:color w:val="9E3A38" w:themeColor="accent2" w:themeShade="CC"/>
      </w:rPr>
      <w:tblPr/>
      <w:tcPr>
        <w:tcBorders>
          <w:top w:val="single" w:sz="12" w:space="0" w:color="000000" w:themeColor="text1"/>
        </w:tcBorders>
        <w:shd w:val="clear" w:color="auto" w:fill="FFFFFF" w:themeFill="background1"/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D3DFEE" w:themeFill="accent1" w:themeFillTint="3F"/>
      </w:tcPr>
    </w:tblStylePr>
    <w:tblStylePr w:type="band1Horz">
      <w:tblPr/>
      <w:tcPr>
        <w:shd w:val="clear" w:color="auto" w:fill="DBE5F1" w:themeFill="accent1" w:themeFillTint="33"/>
      </w:tcPr>
    </w:tblStylePr>
  </w:style>
  <w:style w:type="table" w:styleId="ColorfulList-Accent2">
    <w:name w:val="Colorful List Accent 2"/>
    <w:basedOn w:val="TableNormal"/>
    <w:uiPriority w:val="72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F8EDED" w:themeFill="accent2" w:themeFillTint="19"/>
    </w:tcPr>
    <w:tblStylePr w:type="firstRow">
      <w:rPr>
        <w:b/>
        <w:bCs/>
        <w:color w:val="FFFFFF" w:themeColor="background1"/>
      </w:rPr>
      <w:tblPr/>
      <w:tcPr>
        <w:tcBorders>
          <w:bottom w:val="single" w:sz="12" w:space="0" w:color="FFFFFF" w:themeColor="background1"/>
        </w:tcBorders>
        <w:shd w:val="clear" w:color="auto" w:fill="9E3A38" w:themeFill="accent2" w:themeFillShade="CC"/>
      </w:tcPr>
    </w:tblStylePr>
    <w:tblStylePr w:type="lastRow">
      <w:rPr>
        <w:b/>
        <w:bCs/>
        <w:color w:val="9E3A38" w:themeColor="accent2" w:themeShade="CC"/>
      </w:rPr>
      <w:tblPr/>
      <w:tcPr>
        <w:tcBorders>
          <w:top w:val="single" w:sz="12" w:space="0" w:color="000000" w:themeColor="text1"/>
        </w:tcBorders>
        <w:shd w:val="clear" w:color="auto" w:fill="FFFFFF" w:themeFill="background1"/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EFD3D2" w:themeFill="accent2" w:themeFillTint="3F"/>
      </w:tcPr>
    </w:tblStylePr>
    <w:tblStylePr w:type="band1Horz">
      <w:tblPr/>
      <w:tcPr>
        <w:shd w:val="clear" w:color="auto" w:fill="F2DBDB" w:themeFill="accent2" w:themeFillTint="33"/>
      </w:tcPr>
    </w:tblStylePr>
  </w:style>
  <w:style w:type="table" w:styleId="ColorfulList-Accent3">
    <w:name w:val="Colorful List Accent 3"/>
    <w:basedOn w:val="TableNormal"/>
    <w:uiPriority w:val="72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F5F8EE" w:themeFill="accent3" w:themeFillTint="19"/>
    </w:tcPr>
    <w:tblStylePr w:type="firstRow">
      <w:rPr>
        <w:b/>
        <w:bCs/>
        <w:color w:val="FFFFFF" w:themeColor="background1"/>
      </w:rPr>
      <w:tblPr/>
      <w:tcPr>
        <w:tcBorders>
          <w:bottom w:val="single" w:sz="12" w:space="0" w:color="FFFFFF" w:themeColor="background1"/>
        </w:tcBorders>
        <w:shd w:val="clear" w:color="auto" w:fill="664E82" w:themeFill="accent4" w:themeFillShade="CC"/>
      </w:tcPr>
    </w:tblStylePr>
    <w:tblStylePr w:type="lastRow">
      <w:rPr>
        <w:b/>
        <w:bCs/>
        <w:color w:val="664E82" w:themeColor="accent4" w:themeShade="CC"/>
      </w:rPr>
      <w:tblPr/>
      <w:tcPr>
        <w:tcBorders>
          <w:top w:val="single" w:sz="12" w:space="0" w:color="000000" w:themeColor="text1"/>
        </w:tcBorders>
        <w:shd w:val="clear" w:color="auto" w:fill="FFFFFF" w:themeFill="background1"/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E6EED5" w:themeFill="accent3" w:themeFillTint="3F"/>
      </w:tcPr>
    </w:tblStylePr>
    <w:tblStylePr w:type="band1Horz">
      <w:tblPr/>
      <w:tcPr>
        <w:shd w:val="clear" w:color="auto" w:fill="EAF1DD" w:themeFill="accent3" w:themeFillTint="33"/>
      </w:tcPr>
    </w:tblStylePr>
  </w:style>
  <w:style w:type="table" w:styleId="ColorfulList-Accent4">
    <w:name w:val="Colorful List Accent 4"/>
    <w:basedOn w:val="TableNormal"/>
    <w:uiPriority w:val="72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F2EFF6" w:themeFill="accent4" w:themeFillTint="19"/>
    </w:tcPr>
    <w:tblStylePr w:type="firstRow">
      <w:rPr>
        <w:b/>
        <w:bCs/>
        <w:color w:val="FFFFFF" w:themeColor="background1"/>
      </w:rPr>
      <w:tblPr/>
      <w:tcPr>
        <w:tcBorders>
          <w:bottom w:val="single" w:sz="12" w:space="0" w:color="FFFFFF" w:themeColor="background1"/>
        </w:tcBorders>
        <w:shd w:val="clear" w:color="auto" w:fill="7E9C40" w:themeFill="accent3" w:themeFillShade="CC"/>
      </w:tcPr>
    </w:tblStylePr>
    <w:tblStylePr w:type="lastRow">
      <w:rPr>
        <w:b/>
        <w:bCs/>
        <w:color w:val="7E9C40" w:themeColor="accent3" w:themeShade="CC"/>
      </w:rPr>
      <w:tblPr/>
      <w:tcPr>
        <w:tcBorders>
          <w:top w:val="single" w:sz="12" w:space="0" w:color="000000" w:themeColor="text1"/>
        </w:tcBorders>
        <w:shd w:val="clear" w:color="auto" w:fill="FFFFFF" w:themeFill="background1"/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DFD8E8" w:themeFill="accent4" w:themeFillTint="3F"/>
      </w:tcPr>
    </w:tblStylePr>
    <w:tblStylePr w:type="band1Horz">
      <w:tblPr/>
      <w:tcPr>
        <w:shd w:val="clear" w:color="auto" w:fill="E5DFEC" w:themeFill="accent4" w:themeFillTint="33"/>
      </w:tcPr>
    </w:tblStylePr>
  </w:style>
  <w:style w:type="table" w:styleId="ColorfulList-Accent5">
    <w:name w:val="Colorful List Accent 5"/>
    <w:basedOn w:val="TableNormal"/>
    <w:uiPriority w:val="72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EDF6F9" w:themeFill="accent5" w:themeFillTint="19"/>
    </w:tcPr>
    <w:tblStylePr w:type="firstRow">
      <w:rPr>
        <w:b/>
        <w:bCs/>
        <w:color w:val="FFFFFF" w:themeColor="background1"/>
      </w:rPr>
      <w:tblPr/>
      <w:tcPr>
        <w:tcBorders>
          <w:bottom w:val="single" w:sz="12" w:space="0" w:color="FFFFFF" w:themeColor="background1"/>
        </w:tcBorders>
        <w:shd w:val="clear" w:color="auto" w:fill="F2730A" w:themeFill="accent6" w:themeFillShade="CC"/>
      </w:tcPr>
    </w:tblStylePr>
    <w:tblStylePr w:type="lastRow">
      <w:rPr>
        <w:b/>
        <w:bCs/>
        <w:color w:val="F2730A" w:themeColor="accent6" w:themeShade="CC"/>
      </w:rPr>
      <w:tblPr/>
      <w:tcPr>
        <w:tcBorders>
          <w:top w:val="single" w:sz="12" w:space="0" w:color="000000" w:themeColor="text1"/>
        </w:tcBorders>
        <w:shd w:val="clear" w:color="auto" w:fill="FFFFFF" w:themeFill="background1"/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D2EAF1" w:themeFill="accent5" w:themeFillTint="3F"/>
      </w:tcPr>
    </w:tblStylePr>
    <w:tblStylePr w:type="band1Horz">
      <w:tblPr/>
      <w:tcPr>
        <w:shd w:val="clear" w:color="auto" w:fill="DAEEF3" w:themeFill="accent5" w:themeFillTint="33"/>
      </w:tcPr>
    </w:tblStylePr>
  </w:style>
  <w:style w:type="table" w:styleId="ColorfulList-Accent6">
    <w:name w:val="Colorful List Accent 6"/>
    <w:basedOn w:val="TableNormal"/>
    <w:uiPriority w:val="72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FEF4EC" w:themeFill="accent6" w:themeFillTint="19"/>
    </w:tcPr>
    <w:tblStylePr w:type="firstRow">
      <w:rPr>
        <w:b/>
        <w:bCs/>
        <w:color w:val="FFFFFF" w:themeColor="background1"/>
      </w:rPr>
      <w:tblPr/>
      <w:tcPr>
        <w:tcBorders>
          <w:bottom w:val="single" w:sz="12" w:space="0" w:color="FFFFFF" w:themeColor="background1"/>
        </w:tcBorders>
        <w:shd w:val="clear" w:color="auto" w:fill="348DA5" w:themeFill="accent5" w:themeFillShade="CC"/>
      </w:tcPr>
    </w:tblStylePr>
    <w:tblStylePr w:type="lastRow">
      <w:rPr>
        <w:b/>
        <w:bCs/>
        <w:color w:val="348DA5" w:themeColor="accent5" w:themeShade="CC"/>
      </w:rPr>
      <w:tblPr/>
      <w:tcPr>
        <w:tcBorders>
          <w:top w:val="single" w:sz="12" w:space="0" w:color="000000" w:themeColor="text1"/>
        </w:tcBorders>
        <w:shd w:val="clear" w:color="auto" w:fill="FFFFFF" w:themeFill="background1"/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FDE4D0" w:themeFill="accent6" w:themeFillTint="3F"/>
      </w:tcPr>
    </w:tblStylePr>
    <w:tblStylePr w:type="band1Horz">
      <w:tblPr/>
      <w:tcPr>
        <w:shd w:val="clear" w:color="auto" w:fill="FDE9D9" w:themeFill="accent6" w:themeFillTint="33"/>
      </w:tcPr>
    </w:tblStylePr>
  </w:style>
  <w:style w:type="table" w:styleId="ColorfulGrid">
    <w:name w:val="Colorful Grid"/>
    <w:basedOn w:val="TableNormal"/>
    <w:uiPriority w:val="73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insideH w:val="single" w:sz="4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CCCCCC" w:themeFill="text1" w:themeFillTint="33"/>
    </w:tcPr>
    <w:tblStylePr w:type="firstRow">
      <w:rPr>
        <w:b/>
        <w:bCs/>
      </w:rPr>
      <w:tblPr/>
      <w:tcPr>
        <w:shd w:val="clear" w:color="auto" w:fill="999999" w:themeFill="text1" w:themeFillTint="66"/>
      </w:tcPr>
    </w:tblStylePr>
    <w:tblStylePr w:type="lastRow">
      <w:rPr>
        <w:b/>
        <w:bCs/>
        <w:color w:val="000000" w:themeColor="text1"/>
      </w:rPr>
      <w:tblPr/>
      <w:tcPr>
        <w:shd w:val="clear" w:color="auto" w:fill="999999" w:themeFill="text1" w:themeFillTint="66"/>
      </w:tcPr>
    </w:tblStylePr>
    <w:tblStylePr w:type="firstCol">
      <w:rPr>
        <w:color w:val="FFFFFF" w:themeColor="background1"/>
      </w:rPr>
      <w:tblPr/>
      <w:tcPr>
        <w:shd w:val="clear" w:color="auto" w:fill="000000" w:themeFill="text1" w:themeFillShade="BF"/>
      </w:tcPr>
    </w:tblStylePr>
    <w:tblStylePr w:type="lastCol">
      <w:rPr>
        <w:color w:val="FFFFFF" w:themeColor="background1"/>
      </w:rPr>
      <w:tblPr/>
      <w:tcPr>
        <w:shd w:val="clear" w:color="auto" w:fill="000000" w:themeFill="text1" w:themeFillShade="BF"/>
      </w:tcPr>
    </w:tblStylePr>
    <w:tblStylePr w:type="band1Vert">
      <w:tblPr/>
      <w:tcPr>
        <w:shd w:val="clear" w:color="auto" w:fill="808080" w:themeFill="text1" w:themeFillTint="7F"/>
      </w:tcPr>
    </w:tblStylePr>
    <w:tblStylePr w:type="band1Horz">
      <w:tblPr/>
      <w:tcPr>
        <w:shd w:val="clear" w:color="auto" w:fill="808080" w:themeFill="text1" w:themeFillTint="7F"/>
      </w:tcPr>
    </w:tblStylePr>
  </w:style>
  <w:style w:type="table" w:styleId="ColorfulGrid-Accent1">
    <w:name w:val="Colorful Grid Accent 1"/>
    <w:basedOn w:val="TableNormal"/>
    <w:uiPriority w:val="73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insideH w:val="single" w:sz="4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DBE5F1" w:themeFill="accent1" w:themeFillTint="33"/>
    </w:tcPr>
    <w:tblStylePr w:type="firstRow">
      <w:rPr>
        <w:b/>
        <w:bCs/>
      </w:rPr>
      <w:tblPr/>
      <w:tcPr>
        <w:shd w:val="clear" w:color="auto" w:fill="B8CCE4" w:themeFill="accent1" w:themeFillTint="66"/>
      </w:tcPr>
    </w:tblStylePr>
    <w:tblStylePr w:type="lastRow">
      <w:rPr>
        <w:b/>
        <w:bCs/>
        <w:color w:val="000000" w:themeColor="text1"/>
      </w:rPr>
      <w:tblPr/>
      <w:tcPr>
        <w:shd w:val="clear" w:color="auto" w:fill="B8CCE4" w:themeFill="accent1" w:themeFillTint="66"/>
      </w:tcPr>
    </w:tblStylePr>
    <w:tblStylePr w:type="firstCol">
      <w:rPr>
        <w:color w:val="FFFFFF" w:themeColor="background1"/>
      </w:rPr>
      <w:tblPr/>
      <w:tcPr>
        <w:shd w:val="clear" w:color="auto" w:fill="365F91" w:themeFill="accent1" w:themeFillShade="BF"/>
      </w:tcPr>
    </w:tblStylePr>
    <w:tblStylePr w:type="lastCol">
      <w:rPr>
        <w:color w:val="FFFFFF" w:themeColor="background1"/>
      </w:rPr>
      <w:tblPr/>
      <w:tcPr>
        <w:shd w:val="clear" w:color="auto" w:fill="365F91" w:themeFill="accent1" w:themeFillShade="BF"/>
      </w:tcPr>
    </w:tblStylePr>
    <w:tblStylePr w:type="band1Vert">
      <w:tblPr/>
      <w:tcPr>
        <w:shd w:val="clear" w:color="auto" w:fill="A7BFDE" w:themeFill="accent1" w:themeFillTint="7F"/>
      </w:tcPr>
    </w:tblStylePr>
    <w:tblStylePr w:type="band1Horz">
      <w:tblPr/>
      <w:tcPr>
        <w:shd w:val="clear" w:color="auto" w:fill="A7BFDE" w:themeFill="accent1" w:themeFillTint="7F"/>
      </w:tcPr>
    </w:tblStylePr>
  </w:style>
  <w:style w:type="table" w:styleId="ColorfulGrid-Accent2">
    <w:name w:val="Colorful Grid Accent 2"/>
    <w:basedOn w:val="TableNormal"/>
    <w:uiPriority w:val="73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insideH w:val="single" w:sz="4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F2DBDB" w:themeFill="accent2" w:themeFillTint="33"/>
    </w:tcPr>
    <w:tblStylePr w:type="firstRow">
      <w:rPr>
        <w:b/>
        <w:bCs/>
      </w:rPr>
      <w:tblPr/>
      <w:tcPr>
        <w:shd w:val="clear" w:color="auto" w:fill="E5B8B7" w:themeFill="accent2" w:themeFillTint="66"/>
      </w:tcPr>
    </w:tblStylePr>
    <w:tblStylePr w:type="lastRow">
      <w:rPr>
        <w:b/>
        <w:bCs/>
        <w:color w:val="000000" w:themeColor="text1"/>
      </w:rPr>
      <w:tblPr/>
      <w:tcPr>
        <w:shd w:val="clear" w:color="auto" w:fill="E5B8B7" w:themeFill="accent2" w:themeFillTint="66"/>
      </w:tcPr>
    </w:tblStylePr>
    <w:tblStylePr w:type="firstCol">
      <w:rPr>
        <w:color w:val="FFFFFF" w:themeColor="background1"/>
      </w:rPr>
      <w:tblPr/>
      <w:tcPr>
        <w:shd w:val="clear" w:color="auto" w:fill="943634" w:themeFill="accent2" w:themeFillShade="BF"/>
      </w:tcPr>
    </w:tblStylePr>
    <w:tblStylePr w:type="lastCol">
      <w:rPr>
        <w:color w:val="FFFFFF" w:themeColor="background1"/>
      </w:rPr>
      <w:tblPr/>
      <w:tcPr>
        <w:shd w:val="clear" w:color="auto" w:fill="943634" w:themeFill="accent2" w:themeFillShade="BF"/>
      </w:tcPr>
    </w:tblStylePr>
    <w:tblStylePr w:type="band1Vert">
      <w:tblPr/>
      <w:tcPr>
        <w:shd w:val="clear" w:color="auto" w:fill="DFA7A6" w:themeFill="accent2" w:themeFillTint="7F"/>
      </w:tcPr>
    </w:tblStylePr>
    <w:tblStylePr w:type="band1Horz">
      <w:tblPr/>
      <w:tcPr>
        <w:shd w:val="clear" w:color="auto" w:fill="DFA7A6" w:themeFill="accent2" w:themeFillTint="7F"/>
      </w:tcPr>
    </w:tblStylePr>
  </w:style>
  <w:style w:type="table" w:styleId="ColorfulGrid-Accent3">
    <w:name w:val="Colorful Grid Accent 3"/>
    <w:basedOn w:val="TableNormal"/>
    <w:uiPriority w:val="73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insideH w:val="single" w:sz="4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EAF1DD" w:themeFill="accent3" w:themeFillTint="33"/>
    </w:tcPr>
    <w:tblStylePr w:type="firstRow">
      <w:rPr>
        <w:b/>
        <w:bCs/>
      </w:rPr>
      <w:tblPr/>
      <w:tcPr>
        <w:shd w:val="clear" w:color="auto" w:fill="D6E3BC" w:themeFill="accent3" w:themeFillTint="66"/>
      </w:tcPr>
    </w:tblStylePr>
    <w:tblStylePr w:type="lastRow">
      <w:rPr>
        <w:b/>
        <w:bCs/>
        <w:color w:val="000000" w:themeColor="text1"/>
      </w:rPr>
      <w:tblPr/>
      <w:tcPr>
        <w:shd w:val="clear" w:color="auto" w:fill="D6E3BC" w:themeFill="accent3" w:themeFillTint="66"/>
      </w:tcPr>
    </w:tblStylePr>
    <w:tblStylePr w:type="firstCol">
      <w:rPr>
        <w:color w:val="FFFFFF" w:themeColor="background1"/>
      </w:rPr>
      <w:tblPr/>
      <w:tcPr>
        <w:shd w:val="clear" w:color="auto" w:fill="76923C" w:themeFill="accent3" w:themeFillShade="BF"/>
      </w:tcPr>
    </w:tblStylePr>
    <w:tblStylePr w:type="lastCol">
      <w:rPr>
        <w:color w:val="FFFFFF" w:themeColor="background1"/>
      </w:rPr>
      <w:tblPr/>
      <w:tcPr>
        <w:shd w:val="clear" w:color="auto" w:fill="76923C" w:themeFill="accent3" w:themeFillShade="BF"/>
      </w:tcPr>
    </w:tblStylePr>
    <w:tblStylePr w:type="band1Vert">
      <w:tblPr/>
      <w:tcPr>
        <w:shd w:val="clear" w:color="auto" w:fill="CDDDAC" w:themeFill="accent3" w:themeFillTint="7F"/>
      </w:tcPr>
    </w:tblStylePr>
    <w:tblStylePr w:type="band1Horz">
      <w:tblPr/>
      <w:tcPr>
        <w:shd w:val="clear" w:color="auto" w:fill="CDDDAC" w:themeFill="accent3" w:themeFillTint="7F"/>
      </w:tcPr>
    </w:tblStylePr>
  </w:style>
  <w:style w:type="table" w:styleId="ColorfulGrid-Accent4">
    <w:name w:val="Colorful Grid Accent 4"/>
    <w:basedOn w:val="TableNormal"/>
    <w:uiPriority w:val="73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insideH w:val="single" w:sz="4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E5DFEC" w:themeFill="accent4" w:themeFillTint="33"/>
    </w:tcPr>
    <w:tblStylePr w:type="firstRow">
      <w:rPr>
        <w:b/>
        <w:bCs/>
      </w:rPr>
      <w:tblPr/>
      <w:tcPr>
        <w:shd w:val="clear" w:color="auto" w:fill="CCC0D9" w:themeFill="accent4" w:themeFillTint="66"/>
      </w:tcPr>
    </w:tblStylePr>
    <w:tblStylePr w:type="lastRow">
      <w:rPr>
        <w:b/>
        <w:bCs/>
        <w:color w:val="000000" w:themeColor="text1"/>
      </w:rPr>
      <w:tblPr/>
      <w:tcPr>
        <w:shd w:val="clear" w:color="auto" w:fill="CCC0D9" w:themeFill="accent4" w:themeFillTint="66"/>
      </w:tcPr>
    </w:tblStylePr>
    <w:tblStylePr w:type="firstCol">
      <w:rPr>
        <w:color w:val="FFFFFF" w:themeColor="background1"/>
      </w:rPr>
      <w:tblPr/>
      <w:tcPr>
        <w:shd w:val="clear" w:color="auto" w:fill="5F497A" w:themeFill="accent4" w:themeFillShade="BF"/>
      </w:tcPr>
    </w:tblStylePr>
    <w:tblStylePr w:type="lastCol">
      <w:rPr>
        <w:color w:val="FFFFFF" w:themeColor="background1"/>
      </w:rPr>
      <w:tblPr/>
      <w:tcPr>
        <w:shd w:val="clear" w:color="auto" w:fill="5F497A" w:themeFill="accent4" w:themeFillShade="BF"/>
      </w:tcPr>
    </w:tblStylePr>
    <w:tblStylePr w:type="band1Vert">
      <w:tblPr/>
      <w:tcPr>
        <w:shd w:val="clear" w:color="auto" w:fill="BFB1D0" w:themeFill="accent4" w:themeFillTint="7F"/>
      </w:tcPr>
    </w:tblStylePr>
    <w:tblStylePr w:type="band1Horz">
      <w:tblPr/>
      <w:tcPr>
        <w:shd w:val="clear" w:color="auto" w:fill="BFB1D0" w:themeFill="accent4" w:themeFillTint="7F"/>
      </w:tcPr>
    </w:tblStylePr>
  </w:style>
  <w:style w:type="table" w:styleId="ColorfulGrid-Accent5">
    <w:name w:val="Colorful Grid Accent 5"/>
    <w:basedOn w:val="TableNormal"/>
    <w:uiPriority w:val="73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insideH w:val="single" w:sz="4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DAEEF3" w:themeFill="accent5" w:themeFillTint="33"/>
    </w:tcPr>
    <w:tblStylePr w:type="firstRow">
      <w:rPr>
        <w:b/>
        <w:bCs/>
      </w:rPr>
      <w:tblPr/>
      <w:tcPr>
        <w:shd w:val="clear" w:color="auto" w:fill="B6DDE8" w:themeFill="accent5" w:themeFillTint="66"/>
      </w:tcPr>
    </w:tblStylePr>
    <w:tblStylePr w:type="lastRow">
      <w:rPr>
        <w:b/>
        <w:bCs/>
        <w:color w:val="000000" w:themeColor="text1"/>
      </w:rPr>
      <w:tblPr/>
      <w:tcPr>
        <w:shd w:val="clear" w:color="auto" w:fill="B6DDE8" w:themeFill="accent5" w:themeFillTint="66"/>
      </w:tcPr>
    </w:tblStylePr>
    <w:tblStylePr w:type="firstCol">
      <w:rPr>
        <w:color w:val="FFFFFF" w:themeColor="background1"/>
      </w:rPr>
      <w:tblPr/>
      <w:tcPr>
        <w:shd w:val="clear" w:color="auto" w:fill="31849B" w:themeFill="accent5" w:themeFillShade="BF"/>
      </w:tcPr>
    </w:tblStylePr>
    <w:tblStylePr w:type="lastCol">
      <w:rPr>
        <w:color w:val="FFFFFF" w:themeColor="background1"/>
      </w:rPr>
      <w:tblPr/>
      <w:tcPr>
        <w:shd w:val="clear" w:color="auto" w:fill="31849B" w:themeFill="accent5" w:themeFillShade="BF"/>
      </w:tcPr>
    </w:tblStylePr>
    <w:tblStylePr w:type="band1Vert">
      <w:tblPr/>
      <w:tcPr>
        <w:shd w:val="clear" w:color="auto" w:fill="A5D5E2" w:themeFill="accent5" w:themeFillTint="7F"/>
      </w:tcPr>
    </w:tblStylePr>
    <w:tblStylePr w:type="band1Horz">
      <w:tblPr/>
      <w:tcPr>
        <w:shd w:val="clear" w:color="auto" w:fill="A5D5E2" w:themeFill="accent5" w:themeFillTint="7F"/>
      </w:tcPr>
    </w:tblStylePr>
  </w:style>
  <w:style w:type="table" w:styleId="ColorfulGrid-Accent6">
    <w:name w:val="Colorful Grid Accent 6"/>
    <w:basedOn w:val="TableNormal"/>
    <w:uiPriority w:val="73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insideH w:val="single" w:sz="4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FDE9D9" w:themeFill="accent6" w:themeFillTint="33"/>
    </w:tcPr>
    <w:tblStylePr w:type="firstRow">
      <w:rPr>
        <w:b/>
        <w:bCs/>
      </w:rPr>
      <w:tblPr/>
      <w:tcPr>
        <w:shd w:val="clear" w:color="auto" w:fill="FBD4B4" w:themeFill="accent6" w:themeFillTint="66"/>
      </w:tcPr>
    </w:tblStylePr>
    <w:tblStylePr w:type="lastRow">
      <w:rPr>
        <w:b/>
        <w:bCs/>
        <w:color w:val="000000" w:themeColor="text1"/>
      </w:rPr>
      <w:tblPr/>
      <w:tcPr>
        <w:shd w:val="clear" w:color="auto" w:fill="FBD4B4" w:themeFill="accent6" w:themeFillTint="66"/>
      </w:tcPr>
    </w:tblStylePr>
    <w:tblStylePr w:type="firstCol">
      <w:rPr>
        <w:color w:val="FFFFFF" w:themeColor="background1"/>
      </w:rPr>
      <w:tblPr/>
      <w:tcPr>
        <w:shd w:val="clear" w:color="auto" w:fill="E36C0A" w:themeFill="accent6" w:themeFillShade="BF"/>
      </w:tcPr>
    </w:tblStylePr>
    <w:tblStylePr w:type="lastCol">
      <w:rPr>
        <w:color w:val="FFFFFF" w:themeColor="background1"/>
      </w:rPr>
      <w:tblPr/>
      <w:tcPr>
        <w:shd w:val="clear" w:color="auto" w:fill="E36C0A" w:themeFill="accent6" w:themeFillShade="BF"/>
      </w:tcPr>
    </w:tblStylePr>
    <w:tblStylePr w:type="band1Vert">
      <w:tblPr/>
      <w:tcPr>
        <w:shd w:val="clear" w:color="auto" w:fill="FBCAA2" w:themeFill="accent6" w:themeFillTint="7F"/>
      </w:tcPr>
    </w:tblStylePr>
    <w:tblStylePr w:type="band1Horz">
      <w:tblPr/>
      <w:tcPr>
        <w:shd w:val="clear" w:color="auto" w:fill="FBCAA2" w:themeFill="accent6" w:themeFillTint="7F"/>
      </w:tcPr>
    </w:tblStylePr>
  </w:style>
</w:styles>
</file>

<file path=word/stylesWithEffects.xml><?xml version="1.0" encoding="utf-8"?>
<w:styles xmlns:wpc="http://schemas.microsoft.com/office/word/2010/wordprocessingCanvas" xmlns:mo="http://schemas.microsoft.com/office/mac/office/2008/main" xmlns:mc="http://schemas.openxmlformats.org/markup-compatibility/2006" xmlns:mv="urn:schemas-microsoft-com:mac:vml" xmlns:o="urn:schemas-microsoft-com:office:office" xmlns:r="http://schemas.openxmlformats.org/officeDocument/2006/relationships" xmlns:m="http://schemas.openxmlformats.org/officeDocument/2006/math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 mc:Ignorable="w14 wp14">
  <w:docDefaults>
    <w:rPrDefault>
      <w:rPr>
        <w:rFonts w:asciiTheme="minorHAnsi" w:eastAsiaTheme="minorEastAsia" w:hAnsiTheme="minorHAnsi" w:cstheme="minorBidi"/>
        <w:sz w:val="22"/>
        <w:szCs w:val="22"/>
        <w:lang w:val="en-US" w:eastAsia="en-US" w:bidi="ar-SA"/>
      </w:rPr>
    </w:rPrDefault>
    <w:pPrDefault>
      <w:pPr>
        <w:spacing w:after="200" w:line="276" w:lineRule="auto"/>
      </w:pPr>
    </w:pPrDefault>
  </w:docDefaults>
  <w:latentStyles w:defLockedState="0" w:defUIPriority="99" w:defSemiHidden="1" w:defUnhideWhenUsed="1" w:defQFormat="0" w:count="276">
    <w:lsdException w:name="Normal" w:semiHidden="0" w:uiPriority="0" w:unhideWhenUsed="0" w:qFormat="1"/>
    <w:lsdException w:name="heading 1" w:semiHidden="0" w:uiPriority="9" w:unhideWhenUsed="0" w:qFormat="1"/>
    <w:lsdException w:name="heading 2" w:uiPriority="9" w:qFormat="1"/>
    <w:lsdException w:name="heading 3" w:uiPriority="9" w:qFormat="1"/>
    <w:lsdException w:name="heading 4" w:uiPriority="9" w:qFormat="1"/>
    <w:lsdException w:name="heading 5" w:uiPriority="9" w:qFormat="1"/>
    <w:lsdException w:name="heading 6" w:uiPriority="9" w:qFormat="1"/>
    <w:lsdException w:name="heading 7" w:uiPriority="9" w:qFormat="1"/>
    <w:lsdException w:name="heading 8" w:uiPriority="9" w:qFormat="1"/>
    <w:lsdException w:name="heading 9" w:uiPriority="9" w:qFormat="1"/>
    <w:lsdException w:name="toc 1" w:uiPriority="39"/>
    <w:lsdException w:name="toc 2" w:uiPriority="39"/>
    <w:lsdException w:name="toc 3" w:uiPriority="39"/>
    <w:lsdException w:name="toc 4" w:uiPriority="39"/>
    <w:lsdException w:name="toc 5" w:uiPriority="39"/>
    <w:lsdException w:name="toc 6" w:uiPriority="39"/>
    <w:lsdException w:name="toc 7" w:uiPriority="39"/>
    <w:lsdException w:name="toc 8" w:uiPriority="39"/>
    <w:lsdException w:name="toc 9" w:uiPriority="39"/>
    <w:lsdException w:name="caption" w:uiPriority="35" w:qFormat="1"/>
    <w:lsdException w:name="Title" w:semiHidden="0" w:uiPriority="10" w:unhideWhenUsed="0" w:qFormat="1"/>
    <w:lsdException w:name="Default Paragraph Font" w:uiPriority="1"/>
    <w:lsdException w:name="Subtitle" w:semiHidden="0" w:uiPriority="11" w:unhideWhenUsed="0" w:qFormat="1"/>
    <w:lsdException w:name="Strong" w:semiHidden="0" w:uiPriority="22" w:unhideWhenUsed="0" w:qFormat="1"/>
    <w:lsdException w:name="Emphasis" w:semiHidden="0" w:uiPriority="20" w:unhideWhenUsed="0" w:qFormat="1"/>
    <w:lsdException w:name="Table Grid" w:semiHidden="0" w:uiPriority="59" w:unhideWhenUsed="0"/>
    <w:lsdException w:name="Placeholder Text" w:unhideWhenUsed="0"/>
    <w:lsdException w:name="No Spacing" w:semiHidden="0" w:uiPriority="1" w:unhideWhenUsed="0" w:qFormat="1"/>
    <w:lsdException w:name="Light Shading" w:semiHidden="0" w:uiPriority="60" w:unhideWhenUsed="0"/>
    <w:lsdException w:name="Light List" w:semiHidden="0" w:uiPriority="61" w:unhideWhenUsed="0"/>
    <w:lsdException w:name="Light Grid" w:semiHidden="0" w:uiPriority="62" w:unhideWhenUsed="0"/>
    <w:lsdException w:name="Medium Shading 1" w:semiHidden="0" w:uiPriority="63" w:unhideWhenUsed="0"/>
    <w:lsdException w:name="Medium Shading 2" w:semiHidden="0" w:uiPriority="64" w:unhideWhenUsed="0"/>
    <w:lsdException w:name="Medium List 1" w:semiHidden="0" w:uiPriority="65" w:unhideWhenUsed="0"/>
    <w:lsdException w:name="Medium List 2" w:semiHidden="0" w:uiPriority="66" w:unhideWhenUsed="0"/>
    <w:lsdException w:name="Medium Grid 1" w:semiHidden="0" w:uiPriority="67" w:unhideWhenUsed="0"/>
    <w:lsdException w:name="Medium Grid 2" w:semiHidden="0" w:uiPriority="68" w:unhideWhenUsed="0"/>
    <w:lsdException w:name="Medium Grid 3" w:semiHidden="0" w:uiPriority="69" w:unhideWhenUsed="0"/>
    <w:lsdException w:name="Dark List" w:semiHidden="0" w:uiPriority="70" w:unhideWhenUsed="0"/>
    <w:lsdException w:name="Colorful Shading" w:semiHidden="0" w:uiPriority="71" w:unhideWhenUsed="0"/>
    <w:lsdException w:name="Colorful List" w:semiHidden="0" w:uiPriority="72" w:unhideWhenUsed="0"/>
    <w:lsdException w:name="Colorful Grid" w:semiHidden="0" w:uiPriority="73" w:unhideWhenUsed="0"/>
    <w:lsdException w:name="Light Shading Accent 1" w:semiHidden="0" w:uiPriority="60" w:unhideWhenUsed="0"/>
    <w:lsdException w:name="Light List Accent 1" w:semiHidden="0" w:uiPriority="61" w:unhideWhenUsed="0"/>
    <w:lsdException w:name="Light Grid Accent 1" w:semiHidden="0" w:uiPriority="62" w:unhideWhenUsed="0"/>
    <w:lsdException w:name="Medium Shading 1 Accent 1" w:semiHidden="0" w:uiPriority="63" w:unhideWhenUsed="0"/>
    <w:lsdException w:name="Medium Shading 2 Accent 1" w:semiHidden="0" w:uiPriority="64" w:unhideWhenUsed="0"/>
    <w:lsdException w:name="Medium List 1 Accent 1" w:semiHidden="0" w:uiPriority="65" w:unhideWhenUsed="0"/>
    <w:lsdException w:name="Revision" w:unhideWhenUsed="0"/>
    <w:lsdException w:name="List Paragraph" w:semiHidden="0" w:uiPriority="34" w:unhideWhenUsed="0" w:qFormat="1"/>
    <w:lsdException w:name="Quote" w:semiHidden="0" w:uiPriority="29" w:unhideWhenUsed="0" w:qFormat="1"/>
    <w:lsdException w:name="Intense Quote" w:semiHidden="0" w:uiPriority="30" w:unhideWhenUsed="0" w:qFormat="1"/>
    <w:lsdException w:name="Medium List 2 Accent 1" w:semiHidden="0" w:uiPriority="66" w:unhideWhenUsed="0"/>
    <w:lsdException w:name="Medium Grid 1 Accent 1" w:semiHidden="0" w:uiPriority="67" w:unhideWhenUsed="0"/>
    <w:lsdException w:name="Medium Grid 2 Accent 1" w:semiHidden="0" w:uiPriority="68" w:unhideWhenUsed="0"/>
    <w:lsdException w:name="Medium Grid 3 Accent 1" w:semiHidden="0" w:uiPriority="69" w:unhideWhenUsed="0"/>
    <w:lsdException w:name="Dark List Accent 1" w:semiHidden="0" w:uiPriority="70" w:unhideWhenUsed="0"/>
    <w:lsdException w:name="Colorful Shading Accent 1" w:semiHidden="0" w:uiPriority="71" w:unhideWhenUsed="0"/>
    <w:lsdException w:name="Colorful List Accent 1" w:semiHidden="0" w:uiPriority="72" w:unhideWhenUsed="0"/>
    <w:lsdException w:name="Colorful Grid Accent 1" w:semiHidden="0" w:uiPriority="73" w:unhideWhenUsed="0"/>
    <w:lsdException w:name="Light Shading Accent 2" w:semiHidden="0" w:uiPriority="60" w:unhideWhenUsed="0"/>
    <w:lsdException w:name="Light List Accent 2" w:semiHidden="0" w:uiPriority="61" w:unhideWhenUsed="0"/>
    <w:lsdException w:name="Light Grid Accent 2" w:semiHidden="0" w:uiPriority="62" w:unhideWhenUsed="0"/>
    <w:lsdException w:name="Medium Shading 1 Accent 2" w:semiHidden="0" w:uiPriority="63" w:unhideWhenUsed="0"/>
    <w:lsdException w:name="Medium Shading 2 Accent 2" w:semiHidden="0" w:uiPriority="64" w:unhideWhenUsed="0"/>
    <w:lsdException w:name="Medium List 1 Accent 2" w:semiHidden="0" w:uiPriority="65" w:unhideWhenUsed="0"/>
    <w:lsdException w:name="Medium List 2 Accent 2" w:semiHidden="0" w:uiPriority="66" w:unhideWhenUsed="0"/>
    <w:lsdException w:name="Medium Grid 1 Accent 2" w:semiHidden="0" w:uiPriority="67" w:unhideWhenUsed="0"/>
    <w:lsdException w:name="Medium Grid 2 Accent 2" w:semiHidden="0" w:uiPriority="68" w:unhideWhenUsed="0"/>
    <w:lsdException w:name="Medium Grid 3 Accent 2" w:semiHidden="0" w:uiPriority="69" w:unhideWhenUsed="0"/>
    <w:lsdException w:name="Dark List Accent 2" w:semiHidden="0" w:uiPriority="70" w:unhideWhenUsed="0"/>
    <w:lsdException w:name="Colorful Shading Accent 2" w:semiHidden="0" w:uiPriority="71" w:unhideWhenUsed="0"/>
    <w:lsdException w:name="Colorful List Accent 2" w:semiHidden="0" w:uiPriority="72" w:unhideWhenUsed="0"/>
    <w:lsdException w:name="Colorful Grid Accent 2" w:semiHidden="0" w:uiPriority="73" w:unhideWhenUsed="0"/>
    <w:lsdException w:name="Light Shading Accent 3" w:semiHidden="0" w:uiPriority="60" w:unhideWhenUsed="0"/>
    <w:lsdException w:name="Light List Accent 3" w:semiHidden="0" w:uiPriority="61" w:unhideWhenUsed="0"/>
    <w:lsdException w:name="Light Grid Accent 3" w:semiHidden="0" w:uiPriority="62" w:unhideWhenUsed="0"/>
    <w:lsdException w:name="Medium Shading 1 Accent 3" w:semiHidden="0" w:uiPriority="63" w:unhideWhenUsed="0"/>
    <w:lsdException w:name="Medium Shading 2 Accent 3" w:semiHidden="0" w:uiPriority="64" w:unhideWhenUsed="0"/>
    <w:lsdException w:name="Medium List 1 Accent 3" w:semiHidden="0" w:uiPriority="65" w:unhideWhenUsed="0"/>
    <w:lsdException w:name="Medium List 2 Accent 3" w:semiHidden="0" w:uiPriority="66" w:unhideWhenUsed="0"/>
    <w:lsdException w:name="Medium Grid 1 Accent 3" w:semiHidden="0" w:uiPriority="67" w:unhideWhenUsed="0"/>
    <w:lsdException w:name="Medium Grid 2 Accent 3" w:semiHidden="0" w:uiPriority="68" w:unhideWhenUsed="0"/>
    <w:lsdException w:name="Medium Grid 3 Accent 3" w:semiHidden="0" w:uiPriority="69" w:unhideWhenUsed="0"/>
    <w:lsdException w:name="Dark List Accent 3" w:semiHidden="0" w:uiPriority="70" w:unhideWhenUsed="0"/>
    <w:lsdException w:name="Colorful Shading Accent 3" w:semiHidden="0" w:uiPriority="71" w:unhideWhenUsed="0"/>
    <w:lsdException w:name="Colorful List Accent 3" w:semiHidden="0" w:uiPriority="72" w:unhideWhenUsed="0"/>
    <w:lsdException w:name="Colorful Grid Accent 3" w:semiHidden="0" w:uiPriority="73" w:unhideWhenUsed="0"/>
    <w:lsdException w:name="Light Shading Accent 4" w:semiHidden="0" w:uiPriority="60" w:unhideWhenUsed="0"/>
    <w:lsdException w:name="Light List Accent 4" w:semiHidden="0" w:uiPriority="61" w:unhideWhenUsed="0"/>
    <w:lsdException w:name="Light Grid Accent 4" w:semiHidden="0" w:uiPriority="62" w:unhideWhenUsed="0"/>
    <w:lsdException w:name="Medium Shading 1 Accent 4" w:semiHidden="0" w:uiPriority="63" w:unhideWhenUsed="0"/>
    <w:lsdException w:name="Medium Shading 2 Accent 4" w:semiHidden="0" w:uiPriority="64" w:unhideWhenUsed="0"/>
    <w:lsdException w:name="Medium List 1 Accent 4" w:semiHidden="0" w:uiPriority="65" w:unhideWhenUsed="0"/>
    <w:lsdException w:name="Medium List 2 Accent 4" w:semiHidden="0" w:uiPriority="66" w:unhideWhenUsed="0"/>
    <w:lsdException w:name="Medium Grid 1 Accent 4" w:semiHidden="0" w:uiPriority="67" w:unhideWhenUsed="0"/>
    <w:lsdException w:name="Medium Grid 2 Accent 4" w:semiHidden="0" w:uiPriority="68" w:unhideWhenUsed="0"/>
    <w:lsdException w:name="Medium Grid 3 Accent 4" w:semiHidden="0" w:uiPriority="69" w:unhideWhenUsed="0"/>
    <w:lsdException w:name="Dark List Accent 4" w:semiHidden="0" w:uiPriority="70" w:unhideWhenUsed="0"/>
    <w:lsdException w:name="Colorful Shading Accent 4" w:semiHidden="0" w:uiPriority="71" w:unhideWhenUsed="0"/>
    <w:lsdException w:name="Colorful List Accent 4" w:semiHidden="0" w:uiPriority="72" w:unhideWhenUsed="0"/>
    <w:lsdException w:name="Colorful Grid Accent 4" w:semiHidden="0" w:uiPriority="73" w:unhideWhenUsed="0"/>
    <w:lsdException w:name="Light Shading Accent 5" w:semiHidden="0" w:uiPriority="60" w:unhideWhenUsed="0"/>
    <w:lsdException w:name="Light List Accent 5" w:semiHidden="0" w:uiPriority="61" w:unhideWhenUsed="0"/>
    <w:lsdException w:name="Light Grid Accent 5" w:semiHidden="0" w:uiPriority="62" w:unhideWhenUsed="0"/>
    <w:lsdException w:name="Medium Shading 1 Accent 5" w:semiHidden="0" w:uiPriority="63" w:unhideWhenUsed="0"/>
    <w:lsdException w:name="Medium Shading 2 Accent 5" w:semiHidden="0" w:uiPriority="64" w:unhideWhenUsed="0"/>
    <w:lsdException w:name="Medium List 1 Accent 5" w:semiHidden="0" w:uiPriority="65" w:unhideWhenUsed="0"/>
    <w:lsdException w:name="Medium List 2 Accent 5" w:semiHidden="0" w:uiPriority="66" w:unhideWhenUsed="0"/>
    <w:lsdException w:name="Medium Grid 1 Accent 5" w:semiHidden="0" w:uiPriority="67" w:unhideWhenUsed="0"/>
    <w:lsdException w:name="Medium Grid 2 Accent 5" w:semiHidden="0" w:uiPriority="68" w:unhideWhenUsed="0"/>
    <w:lsdException w:name="Medium Grid 3 Accent 5" w:semiHidden="0" w:uiPriority="69" w:unhideWhenUsed="0"/>
    <w:lsdException w:name="Dark List Accent 5" w:semiHidden="0" w:uiPriority="70" w:unhideWhenUsed="0"/>
    <w:lsdException w:name="Colorful Shading Accent 5" w:semiHidden="0" w:uiPriority="71" w:unhideWhenUsed="0"/>
    <w:lsdException w:name="Colorful List Accent 5" w:semiHidden="0" w:uiPriority="72" w:unhideWhenUsed="0"/>
    <w:lsdException w:name="Colorful Grid Accent 5" w:semiHidden="0" w:uiPriority="73" w:unhideWhenUsed="0"/>
    <w:lsdException w:name="Light Shading Accent 6" w:semiHidden="0" w:uiPriority="60" w:unhideWhenUsed="0"/>
    <w:lsdException w:name="Light List Accent 6" w:semiHidden="0" w:uiPriority="61" w:unhideWhenUsed="0"/>
    <w:lsdException w:name="Light Grid Accent 6" w:semiHidden="0" w:uiPriority="62" w:unhideWhenUsed="0"/>
    <w:lsdException w:name="Medium Shading 1 Accent 6" w:semiHidden="0" w:uiPriority="63" w:unhideWhenUsed="0"/>
    <w:lsdException w:name="Medium Shading 2 Accent 6" w:semiHidden="0" w:uiPriority="64" w:unhideWhenUsed="0"/>
    <w:lsdException w:name="Medium List 1 Accent 6" w:semiHidden="0" w:uiPriority="65" w:unhideWhenUsed="0"/>
    <w:lsdException w:name="Medium List 2 Accent 6" w:semiHidden="0" w:uiPriority="66" w:unhideWhenUsed="0"/>
    <w:lsdException w:name="Medium Grid 1 Accent 6" w:semiHidden="0" w:uiPriority="67" w:unhideWhenUsed="0"/>
    <w:lsdException w:name="Medium Grid 2 Accent 6" w:semiHidden="0" w:uiPriority="68" w:unhideWhenUsed="0"/>
    <w:lsdException w:name="Medium Grid 3 Accent 6" w:semiHidden="0" w:uiPriority="69" w:unhideWhenUsed="0"/>
    <w:lsdException w:name="Dark List Accent 6" w:semiHidden="0" w:uiPriority="70" w:unhideWhenUsed="0"/>
    <w:lsdException w:name="Colorful Shading Accent 6" w:semiHidden="0" w:uiPriority="71" w:unhideWhenUsed="0"/>
    <w:lsdException w:name="Colorful List Accent 6" w:semiHidden="0" w:uiPriority="72" w:unhideWhenUsed="0"/>
    <w:lsdException w:name="Colorful Grid Accent 6" w:semiHidden="0" w:uiPriority="73" w:unhideWhenUsed="0"/>
    <w:lsdException w:name="Subtle Emphasis" w:semiHidden="0" w:uiPriority="19" w:unhideWhenUsed="0" w:qFormat="1"/>
    <w:lsdException w:name="Intense Emphasis" w:semiHidden="0" w:uiPriority="21" w:unhideWhenUsed="0" w:qFormat="1"/>
    <w:lsdException w:name="Subtle Reference" w:semiHidden="0" w:uiPriority="31" w:unhideWhenUsed="0" w:qFormat="1"/>
    <w:lsdException w:name="Intense Reference" w:semiHidden="0" w:uiPriority="32" w:unhideWhenUsed="0" w:qFormat="1"/>
    <w:lsdException w:name="Book Title" w:semiHidden="0" w:uiPriority="33" w:unhideWhenUsed="0" w:qFormat="1"/>
    <w:lsdException w:name="Bibliography" w:uiPriority="37"/>
    <w:lsdException w:name="TOC Heading" w:uiPriority="39" w:qFormat="1"/>
  </w:latentStyles>
  <w:style w:type="paragraph" w:default="1" w:styleId="Normal">
    <w:name w:val="Normal"/>
    <w:qFormat/>
    <w:rsid w:val="00FC693F"/>
  </w:style>
  <w:style w:type="paragraph" w:styleId="Heading1">
    <w:name w:val="heading 1"/>
    <w:basedOn w:val="Normal"/>
    <w:next w:val="Normal"/>
    <w:link w:val="Heading1Char"/>
    <w:uiPriority w:val="9"/>
    <w:qFormat/>
    <w:rsid w:val="00FC693F"/>
    <w:pPr>
      <w:keepNext/>
      <w:keepLines/>
      <w:spacing w:before="480" w:after="0"/>
      <w:outlineLvl w:val="0"/>
    </w:pPr>
    <w:rPr>
      <w:rFonts w:asciiTheme="majorHAnsi" w:eastAsiaTheme="majorEastAsia" w:hAnsiTheme="majorHAnsi" w:cstheme="majorBidi"/>
      <w:b/>
      <w:bCs/>
      <w:color w:val="365F91" w:themeColor="accent1" w:themeShade="BF"/>
      <w:sz w:val="28"/>
      <w:szCs w:val="28"/>
    </w:rPr>
  </w:style>
  <w:style w:type="paragraph" w:styleId="Heading2">
    <w:name w:val="heading 2"/>
    <w:basedOn w:val="Normal"/>
    <w:next w:val="Normal"/>
    <w:link w:val="Heading2Char"/>
    <w:uiPriority w:val="9"/>
    <w:unhideWhenUsed/>
    <w:qFormat/>
    <w:rsid w:val="00FC693F"/>
    <w:pPr>
      <w:keepNext/>
      <w:keepLines/>
      <w:spacing w:before="200" w:after="0"/>
      <w:outlineLvl w:val="1"/>
    </w:pPr>
    <w:rPr>
      <w:rFonts w:asciiTheme="majorHAnsi" w:eastAsiaTheme="majorEastAsia" w:hAnsiTheme="majorHAnsi" w:cstheme="majorBidi"/>
      <w:b/>
      <w:bCs/>
      <w:color w:val="4F81BD" w:themeColor="accent1"/>
      <w:sz w:val="26"/>
      <w:szCs w:val="26"/>
    </w:rPr>
  </w:style>
  <w:style w:type="paragraph" w:styleId="Heading3">
    <w:name w:val="heading 3"/>
    <w:basedOn w:val="Normal"/>
    <w:next w:val="Normal"/>
    <w:link w:val="Heading3Char"/>
    <w:uiPriority w:val="9"/>
    <w:unhideWhenUsed/>
    <w:qFormat/>
    <w:rsid w:val="00FC693F"/>
    <w:pPr>
      <w:keepNext/>
      <w:keepLines/>
      <w:spacing w:before="200" w:after="0"/>
      <w:outlineLvl w:val="2"/>
    </w:pPr>
    <w:rPr>
      <w:rFonts w:asciiTheme="majorHAnsi" w:eastAsiaTheme="majorEastAsia" w:hAnsiTheme="majorHAnsi" w:cstheme="majorBidi"/>
      <w:b/>
      <w:bCs/>
      <w:color w:val="4F81BD" w:themeColor="accent1"/>
    </w:rPr>
  </w:style>
  <w:style w:type="paragraph" w:styleId="Heading4">
    <w:name w:val="heading 4"/>
    <w:basedOn w:val="Normal"/>
    <w:next w:val="Normal"/>
    <w:link w:val="Heading4Char"/>
    <w:uiPriority w:val="9"/>
    <w:semiHidden/>
    <w:unhideWhenUsed/>
    <w:qFormat/>
    <w:rsid w:val="00FC693F"/>
    <w:pPr>
      <w:keepNext/>
      <w:keepLines/>
      <w:spacing w:before="200" w:after="0"/>
      <w:outlineLvl w:val="3"/>
    </w:pPr>
    <w:rPr>
      <w:rFonts w:asciiTheme="majorHAnsi" w:eastAsiaTheme="majorEastAsia" w:hAnsiTheme="majorHAnsi" w:cstheme="majorBidi"/>
      <w:b/>
      <w:bCs/>
      <w:i/>
      <w:iCs/>
      <w:color w:val="4F81BD" w:themeColor="accent1"/>
    </w:rPr>
  </w:style>
  <w:style w:type="paragraph" w:styleId="Heading5">
    <w:name w:val="heading 5"/>
    <w:basedOn w:val="Normal"/>
    <w:next w:val="Normal"/>
    <w:link w:val="Heading5Char"/>
    <w:uiPriority w:val="9"/>
    <w:semiHidden/>
    <w:unhideWhenUsed/>
    <w:qFormat/>
    <w:rsid w:val="00FC693F"/>
    <w:pPr>
      <w:keepNext/>
      <w:keepLines/>
      <w:spacing w:before="200" w:after="0"/>
      <w:outlineLvl w:val="4"/>
    </w:pPr>
    <w:rPr>
      <w:rFonts w:asciiTheme="majorHAnsi" w:eastAsiaTheme="majorEastAsia" w:hAnsiTheme="majorHAnsi" w:cstheme="majorBidi"/>
      <w:color w:val="243F60" w:themeColor="accent1" w:themeShade="7F"/>
    </w:rPr>
  </w:style>
  <w:style w:type="paragraph" w:styleId="Heading6">
    <w:name w:val="heading 6"/>
    <w:basedOn w:val="Normal"/>
    <w:next w:val="Normal"/>
    <w:link w:val="Heading6Char"/>
    <w:uiPriority w:val="9"/>
    <w:semiHidden/>
    <w:unhideWhenUsed/>
    <w:qFormat/>
    <w:rsid w:val="00FC693F"/>
    <w:pPr>
      <w:keepNext/>
      <w:keepLines/>
      <w:spacing w:before="200" w:after="0"/>
      <w:outlineLvl w:val="5"/>
    </w:pPr>
    <w:rPr>
      <w:rFonts w:asciiTheme="majorHAnsi" w:eastAsiaTheme="majorEastAsia" w:hAnsiTheme="majorHAnsi" w:cstheme="majorBidi"/>
      <w:i/>
      <w:iCs/>
      <w:color w:val="243F60" w:themeColor="accent1" w:themeShade="7F"/>
    </w:rPr>
  </w:style>
  <w:style w:type="paragraph" w:styleId="Heading7">
    <w:name w:val="heading 7"/>
    <w:basedOn w:val="Normal"/>
    <w:next w:val="Normal"/>
    <w:link w:val="Heading7Char"/>
    <w:uiPriority w:val="9"/>
    <w:semiHidden/>
    <w:unhideWhenUsed/>
    <w:qFormat/>
    <w:rsid w:val="00FC693F"/>
    <w:pPr>
      <w:keepNext/>
      <w:keepLines/>
      <w:spacing w:before="200" w:after="0"/>
      <w:outlineLvl w:val="6"/>
    </w:pPr>
    <w:rPr>
      <w:rFonts w:asciiTheme="majorHAnsi" w:eastAsiaTheme="majorEastAsia" w:hAnsiTheme="majorHAnsi" w:cstheme="majorBidi"/>
      <w:i/>
      <w:iCs/>
      <w:color w:val="404040" w:themeColor="text1" w:themeTint="BF"/>
    </w:rPr>
  </w:style>
  <w:style w:type="paragraph" w:styleId="Heading8">
    <w:name w:val="heading 8"/>
    <w:basedOn w:val="Normal"/>
    <w:next w:val="Normal"/>
    <w:link w:val="Heading8Char"/>
    <w:uiPriority w:val="9"/>
    <w:semiHidden/>
    <w:unhideWhenUsed/>
    <w:qFormat/>
    <w:rsid w:val="00FC693F"/>
    <w:pPr>
      <w:keepNext/>
      <w:keepLines/>
      <w:spacing w:before="200" w:after="0"/>
      <w:outlineLvl w:val="7"/>
    </w:pPr>
    <w:rPr>
      <w:rFonts w:asciiTheme="majorHAnsi" w:eastAsiaTheme="majorEastAsia" w:hAnsiTheme="majorHAnsi" w:cstheme="majorBidi"/>
      <w:color w:val="4F81BD" w:themeColor="accent1"/>
      <w:sz w:val="20"/>
      <w:szCs w:val="20"/>
    </w:rPr>
  </w:style>
  <w:style w:type="paragraph" w:styleId="Heading9">
    <w:name w:val="heading 9"/>
    <w:basedOn w:val="Normal"/>
    <w:next w:val="Normal"/>
    <w:link w:val="Heading9Char"/>
    <w:uiPriority w:val="9"/>
    <w:semiHidden/>
    <w:unhideWhenUsed/>
    <w:qFormat/>
    <w:rsid w:val="00FC693F"/>
    <w:pPr>
      <w:keepNext/>
      <w:keepLines/>
      <w:spacing w:before="200" w:after="0"/>
      <w:outlineLvl w:val="8"/>
    </w:pPr>
    <w:rPr>
      <w:rFonts w:asciiTheme="majorHAnsi" w:eastAsiaTheme="majorEastAsia" w:hAnsiTheme="majorHAnsi" w:cstheme="majorBidi"/>
      <w:i/>
      <w:iCs/>
      <w:color w:val="404040" w:themeColor="text1" w:themeTint="BF"/>
      <w:sz w:val="20"/>
      <w:szCs w:val="20"/>
    </w:rPr>
  </w:style>
  <w:style w:type="character" w:default="1" w:styleId="DefaultParagraphFont">
    <w:name w:val="Default Paragraph Font"/>
    <w:uiPriority w:val="1"/>
    <w:semiHidden/>
    <w:unhideWhenUsed/>
  </w:style>
  <w:style w:type="table" w:default="1" w:styleId="TableNormal">
    <w:name w:val="Normal Table"/>
    <w:uiPriority w:val="99"/>
    <w:semiHidden/>
    <w:unhideWhenUsed/>
    <w:tblPr>
      <w:tblInd w:w="0" w:type="dxa"/>
      <w:tblCellMar>
        <w:top w:w="0" w:type="dxa"/>
        <w:left w:w="108" w:type="dxa"/>
        <w:bottom w:w="0" w:type="dxa"/>
        <w:right w:w="108" w:type="dxa"/>
      </w:tblCellMar>
    </w:tblPr>
  </w:style>
  <w:style w:type="numbering" w:default="1" w:styleId="NoList">
    <w:name w:val="No List"/>
    <w:uiPriority w:val="99"/>
    <w:semiHidden/>
    <w:unhideWhenUsed/>
  </w:style>
  <w:style w:type="paragraph" w:styleId="NoSpacing">
    <w:name w:val="No Spacing"/>
    <w:uiPriority w:val="1"/>
    <w:qFormat/>
    <w:rsid w:val="00FC693F"/>
    <w:pPr>
      <w:spacing w:after="0" w:line="240" w:lineRule="auto"/>
    </w:pPr>
  </w:style>
  <w:style w:type="character" w:customStyle="1" w:styleId="Heading1Char">
    <w:name w:val="Heading 1 Char"/>
    <w:basedOn w:val="DefaultParagraphFont"/>
    <w:link w:val="Heading1"/>
    <w:uiPriority w:val="9"/>
    <w:rsid w:val="00FC693F"/>
    <w:rPr>
      <w:rFonts w:asciiTheme="majorHAnsi" w:eastAsiaTheme="majorEastAsia" w:hAnsiTheme="majorHAnsi" w:cstheme="majorBidi"/>
      <w:b/>
      <w:bCs/>
      <w:color w:val="365F91" w:themeColor="accent1" w:themeShade="BF"/>
      <w:sz w:val="28"/>
      <w:szCs w:val="28"/>
    </w:rPr>
  </w:style>
  <w:style w:type="character" w:customStyle="1" w:styleId="Heading2Char">
    <w:name w:val="Heading 2 Char"/>
    <w:basedOn w:val="DefaultParagraphFont"/>
    <w:link w:val="Heading2"/>
    <w:uiPriority w:val="9"/>
    <w:rsid w:val="00FC693F"/>
    <w:rPr>
      <w:rFonts w:asciiTheme="majorHAnsi" w:eastAsiaTheme="majorEastAsia" w:hAnsiTheme="majorHAnsi" w:cstheme="majorBidi"/>
      <w:b/>
      <w:bCs/>
      <w:color w:val="4F81BD" w:themeColor="accent1"/>
      <w:sz w:val="26"/>
      <w:szCs w:val="26"/>
    </w:rPr>
  </w:style>
  <w:style w:type="character" w:customStyle="1" w:styleId="Heading3Char">
    <w:name w:val="Heading 3 Char"/>
    <w:basedOn w:val="DefaultParagraphFont"/>
    <w:link w:val="Heading3"/>
    <w:uiPriority w:val="9"/>
    <w:rsid w:val="00FC693F"/>
    <w:rPr>
      <w:rFonts w:asciiTheme="majorHAnsi" w:eastAsiaTheme="majorEastAsia" w:hAnsiTheme="majorHAnsi" w:cstheme="majorBidi"/>
      <w:b/>
      <w:bCs/>
      <w:color w:val="4F81BD" w:themeColor="accent1"/>
    </w:rPr>
  </w:style>
  <w:style w:type="paragraph" w:styleId="Title">
    <w:name w:val="Title"/>
    <w:basedOn w:val="Normal"/>
    <w:next w:val="Normal"/>
    <w:link w:val="TitleChar"/>
    <w:uiPriority w:val="10"/>
    <w:qFormat/>
    <w:rsid w:val="00FC693F"/>
    <w:pPr>
      <w:pBdr>
        <w:bottom w:val="single" w:sz="8" w:space="4" w:color="4F81BD" w:themeColor="accent1"/>
      </w:pBdr>
      <w:spacing w:after="300" w:line="240" w:lineRule="auto"/>
      <w:contextualSpacing/>
    </w:pPr>
    <w:rPr>
      <w:rFonts w:asciiTheme="majorHAnsi" w:eastAsiaTheme="majorEastAsia" w:hAnsiTheme="majorHAnsi" w:cstheme="majorBidi"/>
      <w:color w:val="17365D" w:themeColor="text2" w:themeShade="BF"/>
      <w:spacing w:val="5"/>
      <w:kern w:val="28"/>
      <w:sz w:val="52"/>
      <w:szCs w:val="52"/>
    </w:rPr>
  </w:style>
  <w:style w:type="character" w:customStyle="1" w:styleId="TitleChar">
    <w:name w:val="Title Char"/>
    <w:basedOn w:val="DefaultParagraphFont"/>
    <w:link w:val="Title"/>
    <w:uiPriority w:val="10"/>
    <w:rsid w:val="00FC693F"/>
    <w:rPr>
      <w:rFonts w:asciiTheme="majorHAnsi" w:eastAsiaTheme="majorEastAsia" w:hAnsiTheme="majorHAnsi" w:cstheme="majorBidi"/>
      <w:color w:val="17365D" w:themeColor="text2" w:themeShade="BF"/>
      <w:spacing w:val="5"/>
      <w:kern w:val="28"/>
      <w:sz w:val="52"/>
      <w:szCs w:val="52"/>
    </w:rPr>
  </w:style>
  <w:style w:type="paragraph" w:styleId="Subtitle">
    <w:name w:val="Subtitle"/>
    <w:basedOn w:val="Normal"/>
    <w:next w:val="Normal"/>
    <w:link w:val="SubtitleChar"/>
    <w:uiPriority w:val="11"/>
    <w:qFormat/>
    <w:rsid w:val="00FC693F"/>
    <w:pPr>
      <w:numPr>
        <w:ilvl w:val="1"/>
      </w:numPr>
    </w:pPr>
    <w:rPr>
      <w:rFonts w:asciiTheme="majorHAnsi" w:eastAsiaTheme="majorEastAsia" w:hAnsiTheme="majorHAnsi" w:cstheme="majorBidi"/>
      <w:i/>
      <w:iCs/>
      <w:color w:val="4F81BD" w:themeColor="accent1"/>
      <w:spacing w:val="15"/>
      <w:sz w:val="24"/>
      <w:szCs w:val="24"/>
    </w:rPr>
  </w:style>
  <w:style w:type="character" w:customStyle="1" w:styleId="SubtitleChar">
    <w:name w:val="Subtitle Char"/>
    <w:basedOn w:val="DefaultParagraphFont"/>
    <w:link w:val="Subtitle"/>
    <w:uiPriority w:val="11"/>
    <w:rsid w:val="00FC693F"/>
    <w:rPr>
      <w:rFonts w:asciiTheme="majorHAnsi" w:eastAsiaTheme="majorEastAsia" w:hAnsiTheme="majorHAnsi" w:cstheme="majorBidi"/>
      <w:i/>
      <w:iCs/>
      <w:color w:val="4F81BD" w:themeColor="accent1"/>
      <w:spacing w:val="15"/>
      <w:sz w:val="24"/>
      <w:szCs w:val="24"/>
    </w:rPr>
  </w:style>
  <w:style w:type="paragraph" w:styleId="ListParagraph">
    <w:name w:val="List Paragraph"/>
    <w:basedOn w:val="Normal"/>
    <w:uiPriority w:val="34"/>
    <w:qFormat/>
    <w:rsid w:val="00FC693F"/>
    <w:pPr>
      <w:ind w:left="720"/>
      <w:contextualSpacing/>
    </w:pPr>
  </w:style>
  <w:style w:type="paragraph" w:styleId="BodyText">
    <w:name w:val="Body Text"/>
    <w:basedOn w:val="Normal"/>
    <w:link w:val="BodyTextChar"/>
    <w:uiPriority w:val="99"/>
    <w:unhideWhenUsed/>
    <w:rsid w:val="00AA1D8D"/>
    <w:pPr>
      <w:spacing w:after="120"/>
    </w:pPr>
  </w:style>
  <w:style w:type="character" w:customStyle="1" w:styleId="BodyTextChar">
    <w:name w:val="Body Text Char"/>
    <w:basedOn w:val="DefaultParagraphFont"/>
    <w:link w:val="BodyText"/>
    <w:uiPriority w:val="99"/>
    <w:rsid w:val="00AA1D8D"/>
  </w:style>
  <w:style w:type="paragraph" w:styleId="BodyText2">
    <w:name w:val="Body Text 2"/>
    <w:basedOn w:val="Normal"/>
    <w:link w:val="BodyText2Char"/>
    <w:uiPriority w:val="99"/>
    <w:unhideWhenUsed/>
    <w:rsid w:val="00AA1D8D"/>
    <w:pPr>
      <w:spacing w:after="120" w:line="480" w:lineRule="auto"/>
    </w:pPr>
  </w:style>
  <w:style w:type="character" w:customStyle="1" w:styleId="BodyText2Char">
    <w:name w:val="Body Text 2 Char"/>
    <w:basedOn w:val="DefaultParagraphFont"/>
    <w:link w:val="BodyText2"/>
    <w:uiPriority w:val="99"/>
    <w:rsid w:val="00AA1D8D"/>
  </w:style>
  <w:style w:type="paragraph" w:styleId="BodyText3">
    <w:name w:val="Body Text 3"/>
    <w:basedOn w:val="Normal"/>
    <w:link w:val="BodyText3Char"/>
    <w:uiPriority w:val="99"/>
    <w:unhideWhenUsed/>
    <w:rsid w:val="00AA1D8D"/>
    <w:pPr>
      <w:spacing w:after="120"/>
    </w:pPr>
    <w:rPr>
      <w:sz w:val="16"/>
      <w:szCs w:val="16"/>
    </w:rPr>
  </w:style>
  <w:style w:type="character" w:customStyle="1" w:styleId="BodyText3Char">
    <w:name w:val="Body Text 3 Char"/>
    <w:basedOn w:val="DefaultParagraphFont"/>
    <w:link w:val="BodyText3"/>
    <w:uiPriority w:val="99"/>
    <w:rsid w:val="00AA1D8D"/>
    <w:rPr>
      <w:sz w:val="16"/>
      <w:szCs w:val="16"/>
    </w:rPr>
  </w:style>
  <w:style w:type="paragraph" w:styleId="List">
    <w:name w:val="List"/>
    <w:basedOn w:val="Normal"/>
    <w:uiPriority w:val="99"/>
    <w:unhideWhenUsed/>
    <w:rsid w:val="00AA1D8D"/>
    <w:pPr>
      <w:ind w:left="360" w:hanging="360"/>
      <w:contextualSpacing/>
    </w:pPr>
  </w:style>
  <w:style w:type="paragraph" w:styleId="List2">
    <w:name w:val="List 2"/>
    <w:basedOn w:val="Normal"/>
    <w:uiPriority w:val="99"/>
    <w:unhideWhenUsed/>
    <w:rsid w:val="00326F90"/>
    <w:pPr>
      <w:ind w:left="720" w:hanging="360"/>
      <w:contextualSpacing/>
    </w:pPr>
  </w:style>
  <w:style w:type="paragraph" w:styleId="List3">
    <w:name w:val="List 3"/>
    <w:basedOn w:val="Normal"/>
    <w:uiPriority w:val="99"/>
    <w:unhideWhenUsed/>
    <w:rsid w:val="00326F90"/>
    <w:pPr>
      <w:ind w:left="1080" w:hanging="360"/>
      <w:contextualSpacing/>
    </w:pPr>
  </w:style>
  <w:style w:type="paragraph" w:styleId="ListBullet">
    <w:name w:val="List Bullet"/>
    <w:basedOn w:val="Normal"/>
    <w:uiPriority w:val="99"/>
    <w:unhideWhenUsed/>
    <w:rsid w:val="00326F90"/>
    <w:pPr>
      <w:numPr>
        <w:numId w:val="1"/>
      </w:numPr>
      <w:contextualSpacing/>
    </w:pPr>
  </w:style>
  <w:style w:type="paragraph" w:styleId="ListBullet2">
    <w:name w:val="List Bullet 2"/>
    <w:basedOn w:val="Normal"/>
    <w:uiPriority w:val="99"/>
    <w:unhideWhenUsed/>
    <w:rsid w:val="00326F90"/>
    <w:pPr>
      <w:numPr>
        <w:numId w:val="2"/>
      </w:numPr>
      <w:contextualSpacing/>
    </w:pPr>
  </w:style>
  <w:style w:type="paragraph" w:styleId="ListBullet3">
    <w:name w:val="List Bullet 3"/>
    <w:basedOn w:val="Normal"/>
    <w:uiPriority w:val="99"/>
    <w:unhideWhenUsed/>
    <w:rsid w:val="00326F90"/>
    <w:pPr>
      <w:numPr>
        <w:numId w:val="3"/>
      </w:numPr>
      <w:contextualSpacing/>
    </w:pPr>
  </w:style>
  <w:style w:type="paragraph" w:styleId="ListNumber">
    <w:name w:val="List Number"/>
    <w:basedOn w:val="Normal"/>
    <w:uiPriority w:val="99"/>
    <w:unhideWhenUsed/>
    <w:rsid w:val="00326F90"/>
    <w:pPr>
      <w:numPr>
        <w:numId w:val="5"/>
      </w:numPr>
      <w:contextualSpacing/>
    </w:pPr>
  </w:style>
  <w:style w:type="paragraph" w:styleId="ListNumber2">
    <w:name w:val="List Number 2"/>
    <w:basedOn w:val="Normal"/>
    <w:uiPriority w:val="99"/>
    <w:unhideWhenUsed/>
    <w:rsid w:val="0029639D"/>
    <w:pPr>
      <w:numPr>
        <w:numId w:val="6"/>
      </w:numPr>
      <w:contextualSpacing/>
    </w:pPr>
  </w:style>
  <w:style w:type="paragraph" w:styleId="ListNumber3">
    <w:name w:val="List Number 3"/>
    <w:basedOn w:val="Normal"/>
    <w:uiPriority w:val="99"/>
    <w:unhideWhenUsed/>
    <w:rsid w:val="0029639D"/>
    <w:pPr>
      <w:numPr>
        <w:numId w:val="7"/>
      </w:numPr>
      <w:contextualSpacing/>
    </w:pPr>
  </w:style>
  <w:style w:type="paragraph" w:styleId="ListContinue">
    <w:name w:val="List Continue"/>
    <w:basedOn w:val="Normal"/>
    <w:uiPriority w:val="99"/>
    <w:unhideWhenUsed/>
    <w:rsid w:val="0029639D"/>
    <w:pPr>
      <w:spacing w:after="120"/>
      <w:ind w:left="360"/>
      <w:contextualSpacing/>
    </w:pPr>
  </w:style>
  <w:style w:type="paragraph" w:styleId="ListContinue2">
    <w:name w:val="List Continue 2"/>
    <w:basedOn w:val="Normal"/>
    <w:uiPriority w:val="99"/>
    <w:unhideWhenUsed/>
    <w:rsid w:val="0029639D"/>
    <w:pPr>
      <w:spacing w:after="120"/>
      <w:ind w:left="720"/>
      <w:contextualSpacing/>
    </w:pPr>
  </w:style>
  <w:style w:type="paragraph" w:styleId="ListContinue3">
    <w:name w:val="List Continue 3"/>
    <w:basedOn w:val="Normal"/>
    <w:uiPriority w:val="99"/>
    <w:unhideWhenUsed/>
    <w:rsid w:val="0029639D"/>
    <w:pPr>
      <w:spacing w:after="120"/>
      <w:ind w:left="1080"/>
      <w:contextualSpacing/>
    </w:pPr>
  </w:style>
  <w:style w:type="paragraph" w:styleId="MacroText">
    <w:name w:val="macro"/>
    <w:link w:val="MacroTextChar"/>
    <w:uiPriority w:val="99"/>
    <w:unhideWhenUsed/>
    <w:rsid w:val="0029639D"/>
    <w:pPr>
      <w:tabs>
        <w:tab w:val="left" w:pos="576"/>
        <w:tab w:val="left" w:pos="1152"/>
        <w:tab w:val="left" w:pos="1728"/>
        <w:tab w:val="left" w:pos="2304"/>
        <w:tab w:val="left" w:pos="2880"/>
        <w:tab w:val="left" w:pos="3456"/>
        <w:tab w:val="left" w:pos="4032"/>
      </w:tabs>
    </w:pPr>
    <w:rPr>
      <w:rFonts w:ascii="Courier" w:hAnsi="Courier"/>
      <w:sz w:val="20"/>
      <w:szCs w:val="20"/>
    </w:rPr>
  </w:style>
  <w:style w:type="character" w:customStyle="1" w:styleId="MacroTextChar">
    <w:name w:val="Macro Text Char"/>
    <w:basedOn w:val="DefaultParagraphFont"/>
    <w:link w:val="MacroText"/>
    <w:uiPriority w:val="99"/>
    <w:rsid w:val="0029639D"/>
    <w:rPr>
      <w:rFonts w:ascii="Courier" w:hAnsi="Courier"/>
      <w:sz w:val="20"/>
      <w:szCs w:val="20"/>
    </w:rPr>
  </w:style>
  <w:style w:type="paragraph" w:styleId="Quote">
    <w:name w:val="Quote"/>
    <w:basedOn w:val="Normal"/>
    <w:next w:val="Normal"/>
    <w:link w:val="QuoteChar"/>
    <w:uiPriority w:val="29"/>
    <w:qFormat/>
    <w:rsid w:val="00FC693F"/>
    <w:rPr>
      <w:i/>
      <w:iCs/>
      <w:color w:val="000000" w:themeColor="text1"/>
    </w:rPr>
  </w:style>
  <w:style w:type="character" w:customStyle="1" w:styleId="QuoteChar">
    <w:name w:val="Quote Char"/>
    <w:basedOn w:val="DefaultParagraphFont"/>
    <w:link w:val="Quote"/>
    <w:uiPriority w:val="29"/>
    <w:rsid w:val="00FC693F"/>
    <w:rPr>
      <w:i/>
      <w:iCs/>
      <w:color w:val="000000" w:themeColor="text1"/>
    </w:rPr>
  </w:style>
  <w:style w:type="character" w:customStyle="1" w:styleId="Heading4Char">
    <w:name w:val="Heading 4 Char"/>
    <w:basedOn w:val="DefaultParagraphFont"/>
    <w:link w:val="Heading4"/>
    <w:uiPriority w:val="9"/>
    <w:semiHidden/>
    <w:rsid w:val="00FC693F"/>
    <w:rPr>
      <w:rFonts w:asciiTheme="majorHAnsi" w:eastAsiaTheme="majorEastAsia" w:hAnsiTheme="majorHAnsi" w:cstheme="majorBidi"/>
      <w:b/>
      <w:bCs/>
      <w:i/>
      <w:iCs/>
      <w:color w:val="4F81BD" w:themeColor="accent1"/>
    </w:rPr>
  </w:style>
  <w:style w:type="character" w:customStyle="1" w:styleId="Heading5Char">
    <w:name w:val="Heading 5 Char"/>
    <w:basedOn w:val="DefaultParagraphFont"/>
    <w:link w:val="Heading5"/>
    <w:uiPriority w:val="9"/>
    <w:semiHidden/>
    <w:rsid w:val="00FC693F"/>
    <w:rPr>
      <w:rFonts w:asciiTheme="majorHAnsi" w:eastAsiaTheme="majorEastAsia" w:hAnsiTheme="majorHAnsi" w:cstheme="majorBidi"/>
      <w:color w:val="243F60" w:themeColor="accent1" w:themeShade="7F"/>
    </w:rPr>
  </w:style>
  <w:style w:type="character" w:customStyle="1" w:styleId="Heading6Char">
    <w:name w:val="Heading 6 Char"/>
    <w:basedOn w:val="DefaultParagraphFont"/>
    <w:link w:val="Heading6"/>
    <w:uiPriority w:val="9"/>
    <w:semiHidden/>
    <w:rsid w:val="00FC693F"/>
    <w:rPr>
      <w:rFonts w:asciiTheme="majorHAnsi" w:eastAsiaTheme="majorEastAsia" w:hAnsiTheme="majorHAnsi" w:cstheme="majorBidi"/>
      <w:i/>
      <w:iCs/>
      <w:color w:val="243F60" w:themeColor="accent1" w:themeShade="7F"/>
    </w:rPr>
  </w:style>
  <w:style w:type="character" w:customStyle="1" w:styleId="Heading7Char">
    <w:name w:val="Heading 7 Char"/>
    <w:basedOn w:val="DefaultParagraphFont"/>
    <w:link w:val="Heading7"/>
    <w:uiPriority w:val="9"/>
    <w:semiHidden/>
    <w:rsid w:val="00FC693F"/>
    <w:rPr>
      <w:rFonts w:asciiTheme="majorHAnsi" w:eastAsiaTheme="majorEastAsia" w:hAnsiTheme="majorHAnsi" w:cstheme="majorBidi"/>
      <w:i/>
      <w:iCs/>
      <w:color w:val="404040" w:themeColor="text1" w:themeTint="BF"/>
    </w:rPr>
  </w:style>
  <w:style w:type="character" w:customStyle="1" w:styleId="Heading8Char">
    <w:name w:val="Heading 8 Char"/>
    <w:basedOn w:val="DefaultParagraphFont"/>
    <w:link w:val="Heading8"/>
    <w:uiPriority w:val="9"/>
    <w:semiHidden/>
    <w:rsid w:val="00FC693F"/>
    <w:rPr>
      <w:rFonts w:asciiTheme="majorHAnsi" w:eastAsiaTheme="majorEastAsia" w:hAnsiTheme="majorHAnsi" w:cstheme="majorBidi"/>
      <w:color w:val="4F81BD" w:themeColor="accent1"/>
      <w:sz w:val="20"/>
      <w:szCs w:val="20"/>
    </w:rPr>
  </w:style>
  <w:style w:type="character" w:customStyle="1" w:styleId="Heading9Char">
    <w:name w:val="Heading 9 Char"/>
    <w:basedOn w:val="DefaultParagraphFont"/>
    <w:link w:val="Heading9"/>
    <w:uiPriority w:val="9"/>
    <w:semiHidden/>
    <w:rsid w:val="00FC693F"/>
    <w:rPr>
      <w:rFonts w:asciiTheme="majorHAnsi" w:eastAsiaTheme="majorEastAsia" w:hAnsiTheme="majorHAnsi" w:cstheme="majorBidi"/>
      <w:i/>
      <w:iCs/>
      <w:color w:val="404040" w:themeColor="text1" w:themeTint="BF"/>
      <w:sz w:val="20"/>
      <w:szCs w:val="20"/>
    </w:rPr>
  </w:style>
  <w:style w:type="paragraph" w:styleId="Caption">
    <w:name w:val="caption"/>
    <w:basedOn w:val="Normal"/>
    <w:next w:val="Normal"/>
    <w:uiPriority w:val="35"/>
    <w:semiHidden/>
    <w:unhideWhenUsed/>
    <w:qFormat/>
    <w:rsid w:val="00FC693F"/>
    <w:pPr>
      <w:spacing w:line="240" w:lineRule="auto"/>
    </w:pPr>
    <w:rPr>
      <w:b/>
      <w:bCs/>
      <w:color w:val="4F81BD" w:themeColor="accent1"/>
      <w:sz w:val="18"/>
      <w:szCs w:val="18"/>
    </w:rPr>
  </w:style>
  <w:style w:type="character" w:styleId="Strong">
    <w:name w:val="Strong"/>
    <w:basedOn w:val="DefaultParagraphFont"/>
    <w:uiPriority w:val="22"/>
    <w:qFormat/>
    <w:rsid w:val="00FC693F"/>
    <w:rPr>
      <w:b/>
      <w:bCs/>
    </w:rPr>
  </w:style>
  <w:style w:type="character" w:styleId="Emphasis">
    <w:name w:val="Emphasis"/>
    <w:basedOn w:val="DefaultParagraphFont"/>
    <w:uiPriority w:val="20"/>
    <w:qFormat/>
    <w:rsid w:val="00FC693F"/>
    <w:rPr>
      <w:i/>
      <w:iCs/>
    </w:rPr>
  </w:style>
  <w:style w:type="paragraph" w:styleId="IntenseQuote">
    <w:name w:val="Intense Quote"/>
    <w:basedOn w:val="Normal"/>
    <w:next w:val="Normal"/>
    <w:link w:val="IntenseQuoteChar"/>
    <w:uiPriority w:val="30"/>
    <w:qFormat/>
    <w:rsid w:val="00FC693F"/>
    <w:pPr>
      <w:pBdr>
        <w:bottom w:val="single" w:sz="4" w:space="4" w:color="4F81BD" w:themeColor="accent1"/>
      </w:pBdr>
      <w:spacing w:before="200" w:after="280"/>
      <w:ind w:left="936" w:right="936"/>
    </w:pPr>
    <w:rPr>
      <w:b/>
      <w:bCs/>
      <w:i/>
      <w:iCs/>
      <w:color w:val="4F81BD" w:themeColor="accent1"/>
    </w:rPr>
  </w:style>
  <w:style w:type="character" w:customStyle="1" w:styleId="IntenseQuoteChar">
    <w:name w:val="Intense Quote Char"/>
    <w:basedOn w:val="DefaultParagraphFont"/>
    <w:link w:val="IntenseQuote"/>
    <w:uiPriority w:val="30"/>
    <w:rsid w:val="00FC693F"/>
    <w:rPr>
      <w:b/>
      <w:bCs/>
      <w:i/>
      <w:iCs/>
      <w:color w:val="4F81BD" w:themeColor="accent1"/>
    </w:rPr>
  </w:style>
  <w:style w:type="character" w:styleId="SubtleEmphasis">
    <w:name w:val="Subtle Emphasis"/>
    <w:basedOn w:val="DefaultParagraphFont"/>
    <w:uiPriority w:val="19"/>
    <w:qFormat/>
    <w:rsid w:val="00FC693F"/>
    <w:rPr>
      <w:i/>
      <w:iCs/>
      <w:color w:val="808080" w:themeColor="text1" w:themeTint="7F"/>
    </w:rPr>
  </w:style>
  <w:style w:type="character" w:styleId="IntenseEmphasis">
    <w:name w:val="Intense Emphasis"/>
    <w:basedOn w:val="DefaultParagraphFont"/>
    <w:uiPriority w:val="21"/>
    <w:qFormat/>
    <w:rsid w:val="00FC693F"/>
    <w:rPr>
      <w:b/>
      <w:bCs/>
      <w:i/>
      <w:iCs/>
      <w:color w:val="4F81BD" w:themeColor="accent1"/>
    </w:rPr>
  </w:style>
  <w:style w:type="character" w:styleId="SubtleReference">
    <w:name w:val="Subtle Reference"/>
    <w:basedOn w:val="DefaultParagraphFont"/>
    <w:uiPriority w:val="31"/>
    <w:qFormat/>
    <w:rsid w:val="00FC693F"/>
    <w:rPr>
      <w:smallCaps/>
      <w:color w:val="C0504D" w:themeColor="accent2"/>
      <w:u w:val="single"/>
    </w:rPr>
  </w:style>
  <w:style w:type="character" w:styleId="IntenseReference">
    <w:name w:val="Intense Reference"/>
    <w:basedOn w:val="DefaultParagraphFont"/>
    <w:uiPriority w:val="32"/>
    <w:qFormat/>
    <w:rsid w:val="00FC693F"/>
    <w:rPr>
      <w:b/>
      <w:bCs/>
      <w:smallCaps/>
      <w:color w:val="C0504D" w:themeColor="accent2"/>
      <w:spacing w:val="5"/>
      <w:u w:val="single"/>
    </w:rPr>
  </w:style>
  <w:style w:type="character" w:styleId="BookTitle">
    <w:name w:val="Book Title"/>
    <w:basedOn w:val="DefaultParagraphFont"/>
    <w:uiPriority w:val="33"/>
    <w:qFormat/>
    <w:rsid w:val="00FC693F"/>
    <w:rPr>
      <w:b/>
      <w:bCs/>
      <w:smallCaps/>
      <w:spacing w:val="5"/>
    </w:rPr>
  </w:style>
  <w:style w:type="paragraph" w:styleId="TOCHeading">
    <w:name w:val="TOC Heading"/>
    <w:basedOn w:val="Heading1"/>
    <w:next w:val="Normal"/>
    <w:uiPriority w:val="39"/>
    <w:semiHidden/>
    <w:unhideWhenUsed/>
    <w:qFormat/>
    <w:rsid w:val="00FC693F"/>
    <w:pPr>
      <w:outlineLvl w:val="9"/>
    </w:pPr>
  </w:style>
  <w:style w:type="table" w:styleId="TableGrid">
    <w:name w:val="Table Grid"/>
    <w:basedOn w:val="TableNormal"/>
    <w:uiPriority w:val="59"/>
    <w:rsid w:val="00FC693F"/>
    <w:pPr>
      <w:spacing w:after="0" w:line="240" w:lineRule="auto"/>
    </w:pPr>
    <w:tblPr>
      <w:tblInd w:w="0" w:type="dxa"/>
      <w:tblBorders>
        <w:top w:val="single" w:sz="4" w:space="0" w:color="auto"/>
        <w:left w:val="single" w:sz="4" w:space="0" w:color="auto"/>
        <w:bottom w:val="single" w:sz="4" w:space="0" w:color="auto"/>
        <w:right w:val="single" w:sz="4" w:space="0" w:color="auto"/>
        <w:insideH w:val="single" w:sz="4" w:space="0" w:color="auto"/>
        <w:insideV w:val="single" w:sz="4" w:space="0" w:color="auto"/>
      </w:tblBorders>
      <w:tblCellMar>
        <w:top w:w="0" w:type="dxa"/>
        <w:left w:w="108" w:type="dxa"/>
        <w:bottom w:w="0" w:type="dxa"/>
        <w:right w:w="108" w:type="dxa"/>
      </w:tblCellMar>
    </w:tblPr>
  </w:style>
  <w:style w:type="table" w:styleId="LightShading">
    <w:name w:val="Light Shading"/>
    <w:basedOn w:val="TableNormal"/>
    <w:uiPriority w:val="60"/>
    <w:rsid w:val="00FC693F"/>
    <w:pPr>
      <w:spacing w:after="0" w:line="240" w:lineRule="auto"/>
    </w:pPr>
    <w:rPr>
      <w:color w:val="000000" w:themeColor="text1" w:themeShade="BF"/>
    </w:rPr>
    <w:tblPr>
      <w:tblStyleRowBandSize w:val="1"/>
      <w:tblStyleColBandSize w:val="1"/>
      <w:tblInd w:w="0" w:type="dxa"/>
      <w:tblBorders>
        <w:top w:val="single" w:sz="8" w:space="0" w:color="000000" w:themeColor="text1"/>
        <w:bottom w:val="single" w:sz="8" w:space="0" w:color="000000" w:themeColor="text1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</w:rPr>
      <w:tblPr/>
      <w:tcPr>
        <w:tcBorders>
          <w:top w:val="single" w:sz="8" w:space="0" w:color="000000" w:themeColor="text1"/>
          <w:left w:val="nil"/>
          <w:bottom w:val="single" w:sz="8" w:space="0" w:color="000000" w:themeColor="text1"/>
          <w:right w:val="nil"/>
          <w:insideH w:val="nil"/>
          <w:insideV w:val="nil"/>
        </w:tcBorders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single" w:sz="8" w:space="0" w:color="000000" w:themeColor="text1"/>
          <w:left w:val="nil"/>
          <w:bottom w:val="single" w:sz="8" w:space="0" w:color="000000" w:themeColor="text1"/>
          <w:right w:val="nil"/>
          <w:insideH w:val="nil"/>
          <w:insideV w:val="nil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C0C0C0" w:themeFill="text1" w:themeFillTint="3F"/>
      </w:tcPr>
    </w:tblStylePr>
    <w:tblStylePr w:type="band1Horz">
      <w:tblPr/>
      <w:tcPr>
        <w:tcBorders>
          <w:left w:val="nil"/>
          <w:right w:val="nil"/>
          <w:insideH w:val="nil"/>
          <w:insideV w:val="nil"/>
        </w:tcBorders>
        <w:shd w:val="clear" w:color="auto" w:fill="C0C0C0" w:themeFill="text1" w:themeFillTint="3F"/>
      </w:tcPr>
    </w:tblStylePr>
  </w:style>
  <w:style w:type="table" w:styleId="LightShading-Accent1">
    <w:name w:val="Light Shading Accent 1"/>
    <w:basedOn w:val="TableNormal"/>
    <w:uiPriority w:val="60"/>
    <w:rsid w:val="00FC693F"/>
    <w:pPr>
      <w:spacing w:after="0" w:line="240" w:lineRule="auto"/>
    </w:pPr>
    <w:rPr>
      <w:color w:val="365F91" w:themeColor="accent1" w:themeShade="BF"/>
    </w:rPr>
    <w:tblPr>
      <w:tblStyleRowBandSize w:val="1"/>
      <w:tblStyleColBandSize w:val="1"/>
      <w:tblInd w:w="0" w:type="dxa"/>
      <w:tblBorders>
        <w:top w:val="single" w:sz="8" w:space="0" w:color="4F81BD" w:themeColor="accent1"/>
        <w:bottom w:val="single" w:sz="8" w:space="0" w:color="4F81BD" w:themeColor="accent1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</w:rPr>
      <w:tblPr/>
      <w:tcPr>
        <w:tcBorders>
          <w:top w:val="single" w:sz="8" w:space="0" w:color="4F81BD" w:themeColor="accent1"/>
          <w:left w:val="nil"/>
          <w:bottom w:val="single" w:sz="8" w:space="0" w:color="4F81BD" w:themeColor="accent1"/>
          <w:right w:val="nil"/>
          <w:insideH w:val="nil"/>
          <w:insideV w:val="nil"/>
        </w:tcBorders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single" w:sz="8" w:space="0" w:color="4F81BD" w:themeColor="accent1"/>
          <w:left w:val="nil"/>
          <w:bottom w:val="single" w:sz="8" w:space="0" w:color="4F81BD" w:themeColor="accent1"/>
          <w:right w:val="nil"/>
          <w:insideH w:val="nil"/>
          <w:insideV w:val="nil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D3DFEE" w:themeFill="accent1" w:themeFillTint="3F"/>
      </w:tcPr>
    </w:tblStylePr>
    <w:tblStylePr w:type="band1Horz">
      <w:tblPr/>
      <w:tcPr>
        <w:tcBorders>
          <w:left w:val="nil"/>
          <w:right w:val="nil"/>
          <w:insideH w:val="nil"/>
          <w:insideV w:val="nil"/>
        </w:tcBorders>
        <w:shd w:val="clear" w:color="auto" w:fill="D3DFEE" w:themeFill="accent1" w:themeFillTint="3F"/>
      </w:tcPr>
    </w:tblStylePr>
  </w:style>
  <w:style w:type="table" w:styleId="LightShading-Accent2">
    <w:name w:val="Light Shading Accent 2"/>
    <w:basedOn w:val="TableNormal"/>
    <w:uiPriority w:val="60"/>
    <w:rsid w:val="00FC693F"/>
    <w:pPr>
      <w:spacing w:after="0" w:line="240" w:lineRule="auto"/>
    </w:pPr>
    <w:rPr>
      <w:color w:val="943634" w:themeColor="accent2" w:themeShade="BF"/>
    </w:rPr>
    <w:tblPr>
      <w:tblStyleRowBandSize w:val="1"/>
      <w:tblStyleColBandSize w:val="1"/>
      <w:tblInd w:w="0" w:type="dxa"/>
      <w:tblBorders>
        <w:top w:val="single" w:sz="8" w:space="0" w:color="C0504D" w:themeColor="accent2"/>
        <w:bottom w:val="single" w:sz="8" w:space="0" w:color="C0504D" w:themeColor="accent2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</w:rPr>
      <w:tblPr/>
      <w:tcPr>
        <w:tcBorders>
          <w:top w:val="single" w:sz="8" w:space="0" w:color="C0504D" w:themeColor="accent2"/>
          <w:left w:val="nil"/>
          <w:bottom w:val="single" w:sz="8" w:space="0" w:color="C0504D" w:themeColor="accent2"/>
          <w:right w:val="nil"/>
          <w:insideH w:val="nil"/>
          <w:insideV w:val="nil"/>
        </w:tcBorders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single" w:sz="8" w:space="0" w:color="C0504D" w:themeColor="accent2"/>
          <w:left w:val="nil"/>
          <w:bottom w:val="single" w:sz="8" w:space="0" w:color="C0504D" w:themeColor="accent2"/>
          <w:right w:val="nil"/>
          <w:insideH w:val="nil"/>
          <w:insideV w:val="nil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EFD3D2" w:themeFill="accent2" w:themeFillTint="3F"/>
      </w:tcPr>
    </w:tblStylePr>
    <w:tblStylePr w:type="band1Horz">
      <w:tblPr/>
      <w:tcPr>
        <w:tcBorders>
          <w:left w:val="nil"/>
          <w:right w:val="nil"/>
          <w:insideH w:val="nil"/>
          <w:insideV w:val="nil"/>
        </w:tcBorders>
        <w:shd w:val="clear" w:color="auto" w:fill="EFD3D2" w:themeFill="accent2" w:themeFillTint="3F"/>
      </w:tcPr>
    </w:tblStylePr>
  </w:style>
  <w:style w:type="table" w:styleId="LightShading-Accent3">
    <w:name w:val="Light Shading Accent 3"/>
    <w:basedOn w:val="TableNormal"/>
    <w:uiPriority w:val="60"/>
    <w:rsid w:val="00FC693F"/>
    <w:pPr>
      <w:spacing w:after="0" w:line="240" w:lineRule="auto"/>
    </w:pPr>
    <w:rPr>
      <w:color w:val="76923C" w:themeColor="accent3" w:themeShade="BF"/>
    </w:rPr>
    <w:tblPr>
      <w:tblStyleRowBandSize w:val="1"/>
      <w:tblStyleColBandSize w:val="1"/>
      <w:tblInd w:w="0" w:type="dxa"/>
      <w:tblBorders>
        <w:top w:val="single" w:sz="8" w:space="0" w:color="9BBB59" w:themeColor="accent3"/>
        <w:bottom w:val="single" w:sz="8" w:space="0" w:color="9BBB59" w:themeColor="accent3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</w:rPr>
      <w:tblPr/>
      <w:tcPr>
        <w:tcBorders>
          <w:top w:val="single" w:sz="8" w:space="0" w:color="9BBB59" w:themeColor="accent3"/>
          <w:left w:val="nil"/>
          <w:bottom w:val="single" w:sz="8" w:space="0" w:color="9BBB59" w:themeColor="accent3"/>
          <w:right w:val="nil"/>
          <w:insideH w:val="nil"/>
          <w:insideV w:val="nil"/>
        </w:tcBorders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single" w:sz="8" w:space="0" w:color="9BBB59" w:themeColor="accent3"/>
          <w:left w:val="nil"/>
          <w:bottom w:val="single" w:sz="8" w:space="0" w:color="9BBB59" w:themeColor="accent3"/>
          <w:right w:val="nil"/>
          <w:insideH w:val="nil"/>
          <w:insideV w:val="nil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E6EED5" w:themeFill="accent3" w:themeFillTint="3F"/>
      </w:tcPr>
    </w:tblStylePr>
    <w:tblStylePr w:type="band1Horz">
      <w:tblPr/>
      <w:tcPr>
        <w:tcBorders>
          <w:left w:val="nil"/>
          <w:right w:val="nil"/>
          <w:insideH w:val="nil"/>
          <w:insideV w:val="nil"/>
        </w:tcBorders>
        <w:shd w:val="clear" w:color="auto" w:fill="E6EED5" w:themeFill="accent3" w:themeFillTint="3F"/>
      </w:tcPr>
    </w:tblStylePr>
  </w:style>
  <w:style w:type="table" w:styleId="LightShading-Accent4">
    <w:name w:val="Light Shading Accent 4"/>
    <w:basedOn w:val="TableNormal"/>
    <w:uiPriority w:val="60"/>
    <w:rsid w:val="00FC693F"/>
    <w:pPr>
      <w:spacing w:after="0" w:line="240" w:lineRule="auto"/>
    </w:pPr>
    <w:rPr>
      <w:color w:val="5F497A" w:themeColor="accent4" w:themeShade="BF"/>
    </w:rPr>
    <w:tblPr>
      <w:tblStyleRowBandSize w:val="1"/>
      <w:tblStyleColBandSize w:val="1"/>
      <w:tblInd w:w="0" w:type="dxa"/>
      <w:tblBorders>
        <w:top w:val="single" w:sz="8" w:space="0" w:color="8064A2" w:themeColor="accent4"/>
        <w:bottom w:val="single" w:sz="8" w:space="0" w:color="8064A2" w:themeColor="accent4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</w:rPr>
      <w:tblPr/>
      <w:tcPr>
        <w:tcBorders>
          <w:top w:val="single" w:sz="8" w:space="0" w:color="8064A2" w:themeColor="accent4"/>
          <w:left w:val="nil"/>
          <w:bottom w:val="single" w:sz="8" w:space="0" w:color="8064A2" w:themeColor="accent4"/>
          <w:right w:val="nil"/>
          <w:insideH w:val="nil"/>
          <w:insideV w:val="nil"/>
        </w:tcBorders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single" w:sz="8" w:space="0" w:color="8064A2" w:themeColor="accent4"/>
          <w:left w:val="nil"/>
          <w:bottom w:val="single" w:sz="8" w:space="0" w:color="8064A2" w:themeColor="accent4"/>
          <w:right w:val="nil"/>
          <w:insideH w:val="nil"/>
          <w:insideV w:val="nil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DFD8E8" w:themeFill="accent4" w:themeFillTint="3F"/>
      </w:tcPr>
    </w:tblStylePr>
    <w:tblStylePr w:type="band1Horz">
      <w:tblPr/>
      <w:tcPr>
        <w:tcBorders>
          <w:left w:val="nil"/>
          <w:right w:val="nil"/>
          <w:insideH w:val="nil"/>
          <w:insideV w:val="nil"/>
        </w:tcBorders>
        <w:shd w:val="clear" w:color="auto" w:fill="DFD8E8" w:themeFill="accent4" w:themeFillTint="3F"/>
      </w:tcPr>
    </w:tblStylePr>
  </w:style>
  <w:style w:type="table" w:styleId="LightShading-Accent5">
    <w:name w:val="Light Shading Accent 5"/>
    <w:basedOn w:val="TableNormal"/>
    <w:uiPriority w:val="60"/>
    <w:rsid w:val="00FC693F"/>
    <w:pPr>
      <w:spacing w:after="0" w:line="240" w:lineRule="auto"/>
    </w:pPr>
    <w:rPr>
      <w:color w:val="31849B" w:themeColor="accent5" w:themeShade="BF"/>
    </w:rPr>
    <w:tblPr>
      <w:tblStyleRowBandSize w:val="1"/>
      <w:tblStyleColBandSize w:val="1"/>
      <w:tblInd w:w="0" w:type="dxa"/>
      <w:tblBorders>
        <w:top w:val="single" w:sz="8" w:space="0" w:color="4BACC6" w:themeColor="accent5"/>
        <w:bottom w:val="single" w:sz="8" w:space="0" w:color="4BACC6" w:themeColor="accent5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</w:rPr>
      <w:tblPr/>
      <w:tcPr>
        <w:tcBorders>
          <w:top w:val="single" w:sz="8" w:space="0" w:color="4BACC6" w:themeColor="accent5"/>
          <w:left w:val="nil"/>
          <w:bottom w:val="single" w:sz="8" w:space="0" w:color="4BACC6" w:themeColor="accent5"/>
          <w:right w:val="nil"/>
          <w:insideH w:val="nil"/>
          <w:insideV w:val="nil"/>
        </w:tcBorders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single" w:sz="8" w:space="0" w:color="4BACC6" w:themeColor="accent5"/>
          <w:left w:val="nil"/>
          <w:bottom w:val="single" w:sz="8" w:space="0" w:color="4BACC6" w:themeColor="accent5"/>
          <w:right w:val="nil"/>
          <w:insideH w:val="nil"/>
          <w:insideV w:val="nil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D2EAF1" w:themeFill="accent5" w:themeFillTint="3F"/>
      </w:tcPr>
    </w:tblStylePr>
    <w:tblStylePr w:type="band1Horz">
      <w:tblPr/>
      <w:tcPr>
        <w:tcBorders>
          <w:left w:val="nil"/>
          <w:right w:val="nil"/>
          <w:insideH w:val="nil"/>
          <w:insideV w:val="nil"/>
        </w:tcBorders>
        <w:shd w:val="clear" w:color="auto" w:fill="D2EAF1" w:themeFill="accent5" w:themeFillTint="3F"/>
      </w:tcPr>
    </w:tblStylePr>
  </w:style>
  <w:style w:type="table" w:styleId="LightShading-Accent6">
    <w:name w:val="Light Shading Accent 6"/>
    <w:basedOn w:val="TableNormal"/>
    <w:uiPriority w:val="60"/>
    <w:rsid w:val="00FC693F"/>
    <w:pPr>
      <w:spacing w:after="0" w:line="240" w:lineRule="auto"/>
    </w:pPr>
    <w:rPr>
      <w:color w:val="E36C0A" w:themeColor="accent6" w:themeShade="BF"/>
    </w:rPr>
    <w:tblPr>
      <w:tblStyleRowBandSize w:val="1"/>
      <w:tblStyleColBandSize w:val="1"/>
      <w:tblInd w:w="0" w:type="dxa"/>
      <w:tblBorders>
        <w:top w:val="single" w:sz="8" w:space="0" w:color="F79646" w:themeColor="accent6"/>
        <w:bottom w:val="single" w:sz="8" w:space="0" w:color="F79646" w:themeColor="accent6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</w:rPr>
      <w:tblPr/>
      <w:tcPr>
        <w:tcBorders>
          <w:top w:val="single" w:sz="8" w:space="0" w:color="F79646" w:themeColor="accent6"/>
          <w:left w:val="nil"/>
          <w:bottom w:val="single" w:sz="8" w:space="0" w:color="F79646" w:themeColor="accent6"/>
          <w:right w:val="nil"/>
          <w:insideH w:val="nil"/>
          <w:insideV w:val="nil"/>
        </w:tcBorders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single" w:sz="8" w:space="0" w:color="F79646" w:themeColor="accent6"/>
          <w:left w:val="nil"/>
          <w:bottom w:val="single" w:sz="8" w:space="0" w:color="F79646" w:themeColor="accent6"/>
          <w:right w:val="nil"/>
          <w:insideH w:val="nil"/>
          <w:insideV w:val="nil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FDE4D0" w:themeFill="accent6" w:themeFillTint="3F"/>
      </w:tcPr>
    </w:tblStylePr>
    <w:tblStylePr w:type="band1Horz">
      <w:tblPr/>
      <w:tcPr>
        <w:tcBorders>
          <w:left w:val="nil"/>
          <w:right w:val="nil"/>
          <w:insideH w:val="nil"/>
          <w:insideV w:val="nil"/>
        </w:tcBorders>
        <w:shd w:val="clear" w:color="auto" w:fill="FDE4D0" w:themeFill="accent6" w:themeFillTint="3F"/>
      </w:tcPr>
    </w:tblStylePr>
  </w:style>
  <w:style w:type="table" w:styleId="LightList">
    <w:name w:val="Light List"/>
    <w:basedOn w:val="TableNormal"/>
    <w:uiPriority w:val="61"/>
    <w:rsid w:val="00FC693F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000000" w:themeColor="text1"/>
        <w:left w:val="single" w:sz="8" w:space="0" w:color="000000" w:themeColor="text1"/>
        <w:bottom w:val="single" w:sz="8" w:space="0" w:color="000000" w:themeColor="text1"/>
        <w:right w:val="single" w:sz="8" w:space="0" w:color="000000" w:themeColor="text1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shd w:val="clear" w:color="auto" w:fill="000000" w:themeFill="text1"/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double" w:sz="6" w:space="0" w:color="000000" w:themeColor="text1"/>
          <w:left w:val="single" w:sz="8" w:space="0" w:color="000000" w:themeColor="text1"/>
          <w:bottom w:val="single" w:sz="8" w:space="0" w:color="000000" w:themeColor="text1"/>
          <w:right w:val="single" w:sz="8" w:space="0" w:color="000000" w:themeColor="text1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top w:val="single" w:sz="8" w:space="0" w:color="000000" w:themeColor="text1"/>
          <w:left w:val="single" w:sz="8" w:space="0" w:color="000000" w:themeColor="text1"/>
          <w:bottom w:val="single" w:sz="8" w:space="0" w:color="000000" w:themeColor="text1"/>
          <w:right w:val="single" w:sz="8" w:space="0" w:color="000000" w:themeColor="text1"/>
        </w:tcBorders>
      </w:tcPr>
    </w:tblStylePr>
    <w:tblStylePr w:type="band1Horz">
      <w:tblPr/>
      <w:tcPr>
        <w:tcBorders>
          <w:top w:val="single" w:sz="8" w:space="0" w:color="000000" w:themeColor="text1"/>
          <w:left w:val="single" w:sz="8" w:space="0" w:color="000000" w:themeColor="text1"/>
          <w:bottom w:val="single" w:sz="8" w:space="0" w:color="000000" w:themeColor="text1"/>
          <w:right w:val="single" w:sz="8" w:space="0" w:color="000000" w:themeColor="text1"/>
        </w:tcBorders>
      </w:tcPr>
    </w:tblStylePr>
  </w:style>
  <w:style w:type="table" w:styleId="LightList-Accent1">
    <w:name w:val="Light List Accent 1"/>
    <w:basedOn w:val="TableNormal"/>
    <w:uiPriority w:val="61"/>
    <w:rsid w:val="00FC693F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4F81BD" w:themeColor="accent1"/>
        <w:left w:val="single" w:sz="8" w:space="0" w:color="4F81BD" w:themeColor="accent1"/>
        <w:bottom w:val="single" w:sz="8" w:space="0" w:color="4F81BD" w:themeColor="accent1"/>
        <w:right w:val="single" w:sz="8" w:space="0" w:color="4F81BD" w:themeColor="accent1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shd w:val="clear" w:color="auto" w:fill="4F81BD" w:themeFill="accent1"/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double" w:sz="6" w:space="0" w:color="4F81BD" w:themeColor="accent1"/>
          <w:left w:val="single" w:sz="8" w:space="0" w:color="4F81BD" w:themeColor="accent1"/>
          <w:bottom w:val="single" w:sz="8" w:space="0" w:color="4F81BD" w:themeColor="accent1"/>
          <w:right w:val="single" w:sz="8" w:space="0" w:color="4F81BD" w:themeColor="accent1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top w:val="single" w:sz="8" w:space="0" w:color="4F81BD" w:themeColor="accent1"/>
          <w:left w:val="single" w:sz="8" w:space="0" w:color="4F81BD" w:themeColor="accent1"/>
          <w:bottom w:val="single" w:sz="8" w:space="0" w:color="4F81BD" w:themeColor="accent1"/>
          <w:right w:val="single" w:sz="8" w:space="0" w:color="4F81BD" w:themeColor="accent1"/>
        </w:tcBorders>
      </w:tcPr>
    </w:tblStylePr>
    <w:tblStylePr w:type="band1Horz">
      <w:tblPr/>
      <w:tcPr>
        <w:tcBorders>
          <w:top w:val="single" w:sz="8" w:space="0" w:color="4F81BD" w:themeColor="accent1"/>
          <w:left w:val="single" w:sz="8" w:space="0" w:color="4F81BD" w:themeColor="accent1"/>
          <w:bottom w:val="single" w:sz="8" w:space="0" w:color="4F81BD" w:themeColor="accent1"/>
          <w:right w:val="single" w:sz="8" w:space="0" w:color="4F81BD" w:themeColor="accent1"/>
        </w:tcBorders>
      </w:tcPr>
    </w:tblStylePr>
  </w:style>
  <w:style w:type="table" w:styleId="LightList-Accent2">
    <w:name w:val="Light List Accent 2"/>
    <w:basedOn w:val="TableNormal"/>
    <w:uiPriority w:val="61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C0504D" w:themeColor="accent2"/>
        <w:left w:val="single" w:sz="8" w:space="0" w:color="C0504D" w:themeColor="accent2"/>
        <w:bottom w:val="single" w:sz="8" w:space="0" w:color="C0504D" w:themeColor="accent2"/>
        <w:right w:val="single" w:sz="8" w:space="0" w:color="C0504D" w:themeColor="accent2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shd w:val="clear" w:color="auto" w:fill="C0504D" w:themeFill="accent2"/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double" w:sz="6" w:space="0" w:color="C0504D" w:themeColor="accent2"/>
          <w:left w:val="single" w:sz="8" w:space="0" w:color="C0504D" w:themeColor="accent2"/>
          <w:bottom w:val="single" w:sz="8" w:space="0" w:color="C0504D" w:themeColor="accent2"/>
          <w:right w:val="single" w:sz="8" w:space="0" w:color="C0504D" w:themeColor="accent2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top w:val="single" w:sz="8" w:space="0" w:color="C0504D" w:themeColor="accent2"/>
          <w:left w:val="single" w:sz="8" w:space="0" w:color="C0504D" w:themeColor="accent2"/>
          <w:bottom w:val="single" w:sz="8" w:space="0" w:color="C0504D" w:themeColor="accent2"/>
          <w:right w:val="single" w:sz="8" w:space="0" w:color="C0504D" w:themeColor="accent2"/>
        </w:tcBorders>
      </w:tcPr>
    </w:tblStylePr>
    <w:tblStylePr w:type="band1Horz">
      <w:tblPr/>
      <w:tcPr>
        <w:tcBorders>
          <w:top w:val="single" w:sz="8" w:space="0" w:color="C0504D" w:themeColor="accent2"/>
          <w:left w:val="single" w:sz="8" w:space="0" w:color="C0504D" w:themeColor="accent2"/>
          <w:bottom w:val="single" w:sz="8" w:space="0" w:color="C0504D" w:themeColor="accent2"/>
          <w:right w:val="single" w:sz="8" w:space="0" w:color="C0504D" w:themeColor="accent2"/>
        </w:tcBorders>
      </w:tcPr>
    </w:tblStylePr>
  </w:style>
  <w:style w:type="table" w:styleId="LightList-Accent3">
    <w:name w:val="Light List Accent 3"/>
    <w:basedOn w:val="TableNormal"/>
    <w:uiPriority w:val="61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9BBB59" w:themeColor="accent3"/>
        <w:left w:val="single" w:sz="8" w:space="0" w:color="9BBB59" w:themeColor="accent3"/>
        <w:bottom w:val="single" w:sz="8" w:space="0" w:color="9BBB59" w:themeColor="accent3"/>
        <w:right w:val="single" w:sz="8" w:space="0" w:color="9BBB59" w:themeColor="accent3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shd w:val="clear" w:color="auto" w:fill="9BBB59" w:themeFill="accent3"/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double" w:sz="6" w:space="0" w:color="9BBB59" w:themeColor="accent3"/>
          <w:left w:val="single" w:sz="8" w:space="0" w:color="9BBB59" w:themeColor="accent3"/>
          <w:bottom w:val="single" w:sz="8" w:space="0" w:color="9BBB59" w:themeColor="accent3"/>
          <w:right w:val="single" w:sz="8" w:space="0" w:color="9BBB59" w:themeColor="accent3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top w:val="single" w:sz="8" w:space="0" w:color="9BBB59" w:themeColor="accent3"/>
          <w:left w:val="single" w:sz="8" w:space="0" w:color="9BBB59" w:themeColor="accent3"/>
          <w:bottom w:val="single" w:sz="8" w:space="0" w:color="9BBB59" w:themeColor="accent3"/>
          <w:right w:val="single" w:sz="8" w:space="0" w:color="9BBB59" w:themeColor="accent3"/>
        </w:tcBorders>
      </w:tcPr>
    </w:tblStylePr>
    <w:tblStylePr w:type="band1Horz">
      <w:tblPr/>
      <w:tcPr>
        <w:tcBorders>
          <w:top w:val="single" w:sz="8" w:space="0" w:color="9BBB59" w:themeColor="accent3"/>
          <w:left w:val="single" w:sz="8" w:space="0" w:color="9BBB59" w:themeColor="accent3"/>
          <w:bottom w:val="single" w:sz="8" w:space="0" w:color="9BBB59" w:themeColor="accent3"/>
          <w:right w:val="single" w:sz="8" w:space="0" w:color="9BBB59" w:themeColor="accent3"/>
        </w:tcBorders>
      </w:tcPr>
    </w:tblStylePr>
  </w:style>
  <w:style w:type="table" w:styleId="LightList-Accent4">
    <w:name w:val="Light List Accent 4"/>
    <w:basedOn w:val="TableNormal"/>
    <w:uiPriority w:val="61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8064A2" w:themeColor="accent4"/>
        <w:left w:val="single" w:sz="8" w:space="0" w:color="8064A2" w:themeColor="accent4"/>
        <w:bottom w:val="single" w:sz="8" w:space="0" w:color="8064A2" w:themeColor="accent4"/>
        <w:right w:val="single" w:sz="8" w:space="0" w:color="8064A2" w:themeColor="accent4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shd w:val="clear" w:color="auto" w:fill="8064A2" w:themeFill="accent4"/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double" w:sz="6" w:space="0" w:color="8064A2" w:themeColor="accent4"/>
          <w:left w:val="single" w:sz="8" w:space="0" w:color="8064A2" w:themeColor="accent4"/>
          <w:bottom w:val="single" w:sz="8" w:space="0" w:color="8064A2" w:themeColor="accent4"/>
          <w:right w:val="single" w:sz="8" w:space="0" w:color="8064A2" w:themeColor="accent4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top w:val="single" w:sz="8" w:space="0" w:color="8064A2" w:themeColor="accent4"/>
          <w:left w:val="single" w:sz="8" w:space="0" w:color="8064A2" w:themeColor="accent4"/>
          <w:bottom w:val="single" w:sz="8" w:space="0" w:color="8064A2" w:themeColor="accent4"/>
          <w:right w:val="single" w:sz="8" w:space="0" w:color="8064A2" w:themeColor="accent4"/>
        </w:tcBorders>
      </w:tcPr>
    </w:tblStylePr>
    <w:tblStylePr w:type="band1Horz">
      <w:tblPr/>
      <w:tcPr>
        <w:tcBorders>
          <w:top w:val="single" w:sz="8" w:space="0" w:color="8064A2" w:themeColor="accent4"/>
          <w:left w:val="single" w:sz="8" w:space="0" w:color="8064A2" w:themeColor="accent4"/>
          <w:bottom w:val="single" w:sz="8" w:space="0" w:color="8064A2" w:themeColor="accent4"/>
          <w:right w:val="single" w:sz="8" w:space="0" w:color="8064A2" w:themeColor="accent4"/>
        </w:tcBorders>
      </w:tcPr>
    </w:tblStylePr>
  </w:style>
  <w:style w:type="table" w:styleId="LightList-Accent5">
    <w:name w:val="Light List Accent 5"/>
    <w:basedOn w:val="TableNormal"/>
    <w:uiPriority w:val="61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4BACC6" w:themeColor="accent5"/>
        <w:left w:val="single" w:sz="8" w:space="0" w:color="4BACC6" w:themeColor="accent5"/>
        <w:bottom w:val="single" w:sz="8" w:space="0" w:color="4BACC6" w:themeColor="accent5"/>
        <w:right w:val="single" w:sz="8" w:space="0" w:color="4BACC6" w:themeColor="accent5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shd w:val="clear" w:color="auto" w:fill="4BACC6" w:themeFill="accent5"/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double" w:sz="6" w:space="0" w:color="4BACC6" w:themeColor="accent5"/>
          <w:left w:val="single" w:sz="8" w:space="0" w:color="4BACC6" w:themeColor="accent5"/>
          <w:bottom w:val="single" w:sz="8" w:space="0" w:color="4BACC6" w:themeColor="accent5"/>
          <w:right w:val="single" w:sz="8" w:space="0" w:color="4BACC6" w:themeColor="accent5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top w:val="single" w:sz="8" w:space="0" w:color="4BACC6" w:themeColor="accent5"/>
          <w:left w:val="single" w:sz="8" w:space="0" w:color="4BACC6" w:themeColor="accent5"/>
          <w:bottom w:val="single" w:sz="8" w:space="0" w:color="4BACC6" w:themeColor="accent5"/>
          <w:right w:val="single" w:sz="8" w:space="0" w:color="4BACC6" w:themeColor="accent5"/>
        </w:tcBorders>
      </w:tcPr>
    </w:tblStylePr>
    <w:tblStylePr w:type="band1Horz">
      <w:tblPr/>
      <w:tcPr>
        <w:tcBorders>
          <w:top w:val="single" w:sz="8" w:space="0" w:color="4BACC6" w:themeColor="accent5"/>
          <w:left w:val="single" w:sz="8" w:space="0" w:color="4BACC6" w:themeColor="accent5"/>
          <w:bottom w:val="single" w:sz="8" w:space="0" w:color="4BACC6" w:themeColor="accent5"/>
          <w:right w:val="single" w:sz="8" w:space="0" w:color="4BACC6" w:themeColor="accent5"/>
        </w:tcBorders>
      </w:tcPr>
    </w:tblStylePr>
  </w:style>
  <w:style w:type="table" w:styleId="LightList-Accent6">
    <w:name w:val="Light List Accent 6"/>
    <w:basedOn w:val="TableNormal"/>
    <w:uiPriority w:val="61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F79646" w:themeColor="accent6"/>
        <w:left w:val="single" w:sz="8" w:space="0" w:color="F79646" w:themeColor="accent6"/>
        <w:bottom w:val="single" w:sz="8" w:space="0" w:color="F79646" w:themeColor="accent6"/>
        <w:right w:val="single" w:sz="8" w:space="0" w:color="F79646" w:themeColor="accent6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shd w:val="clear" w:color="auto" w:fill="F79646" w:themeFill="accent6"/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double" w:sz="6" w:space="0" w:color="F79646" w:themeColor="accent6"/>
          <w:left w:val="single" w:sz="8" w:space="0" w:color="F79646" w:themeColor="accent6"/>
          <w:bottom w:val="single" w:sz="8" w:space="0" w:color="F79646" w:themeColor="accent6"/>
          <w:right w:val="single" w:sz="8" w:space="0" w:color="F79646" w:themeColor="accent6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top w:val="single" w:sz="8" w:space="0" w:color="F79646" w:themeColor="accent6"/>
          <w:left w:val="single" w:sz="8" w:space="0" w:color="F79646" w:themeColor="accent6"/>
          <w:bottom w:val="single" w:sz="8" w:space="0" w:color="F79646" w:themeColor="accent6"/>
          <w:right w:val="single" w:sz="8" w:space="0" w:color="F79646" w:themeColor="accent6"/>
        </w:tcBorders>
      </w:tcPr>
    </w:tblStylePr>
    <w:tblStylePr w:type="band1Horz">
      <w:tblPr/>
      <w:tcPr>
        <w:tcBorders>
          <w:top w:val="single" w:sz="8" w:space="0" w:color="F79646" w:themeColor="accent6"/>
          <w:left w:val="single" w:sz="8" w:space="0" w:color="F79646" w:themeColor="accent6"/>
          <w:bottom w:val="single" w:sz="8" w:space="0" w:color="F79646" w:themeColor="accent6"/>
          <w:right w:val="single" w:sz="8" w:space="0" w:color="F79646" w:themeColor="accent6"/>
        </w:tcBorders>
      </w:tcPr>
    </w:tblStylePr>
  </w:style>
  <w:style w:type="table" w:styleId="LightGrid">
    <w:name w:val="Light Grid"/>
    <w:basedOn w:val="TableNormal"/>
    <w:uiPriority w:val="62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000000" w:themeColor="text1"/>
        <w:left w:val="single" w:sz="8" w:space="0" w:color="000000" w:themeColor="text1"/>
        <w:bottom w:val="single" w:sz="8" w:space="0" w:color="000000" w:themeColor="text1"/>
        <w:right w:val="single" w:sz="8" w:space="0" w:color="000000" w:themeColor="text1"/>
        <w:insideH w:val="single" w:sz="8" w:space="0" w:color="000000" w:themeColor="text1"/>
        <w:insideV w:val="single" w:sz="8" w:space="0" w:color="000000" w:themeColor="text1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rFonts w:asciiTheme="majorHAnsi" w:eastAsiaTheme="majorEastAsia" w:hAnsiTheme="majorHAnsi" w:cstheme="majorBidi"/>
        <w:b/>
        <w:bCs/>
      </w:rPr>
      <w:tblPr/>
      <w:tcPr>
        <w:tcBorders>
          <w:top w:val="single" w:sz="8" w:space="0" w:color="000000" w:themeColor="text1"/>
          <w:left w:val="single" w:sz="8" w:space="0" w:color="000000" w:themeColor="text1"/>
          <w:bottom w:val="single" w:sz="18" w:space="0" w:color="000000" w:themeColor="text1"/>
          <w:right w:val="single" w:sz="8" w:space="0" w:color="000000" w:themeColor="text1"/>
          <w:insideH w:val="nil"/>
          <w:insideV w:val="single" w:sz="8" w:space="0" w:color="000000" w:themeColor="text1"/>
        </w:tcBorders>
      </w:tcPr>
    </w:tblStylePr>
    <w:tblStylePr w:type="lastRow">
      <w:pPr>
        <w:spacing w:before="0" w:after="0" w:line="240" w:lineRule="auto"/>
      </w:pPr>
      <w:rPr>
        <w:rFonts w:asciiTheme="majorHAnsi" w:eastAsiaTheme="majorEastAsia" w:hAnsiTheme="majorHAnsi" w:cstheme="majorBidi"/>
        <w:b/>
        <w:bCs/>
      </w:rPr>
      <w:tblPr/>
      <w:tcPr>
        <w:tcBorders>
          <w:top w:val="double" w:sz="6" w:space="0" w:color="000000" w:themeColor="text1"/>
          <w:left w:val="single" w:sz="8" w:space="0" w:color="000000" w:themeColor="text1"/>
          <w:bottom w:val="single" w:sz="8" w:space="0" w:color="000000" w:themeColor="text1"/>
          <w:right w:val="single" w:sz="8" w:space="0" w:color="000000" w:themeColor="text1"/>
          <w:insideH w:val="nil"/>
          <w:insideV w:val="single" w:sz="8" w:space="0" w:color="000000" w:themeColor="text1"/>
        </w:tcBorders>
      </w:tcPr>
    </w:tblStylePr>
    <w:tblStylePr w:type="firstCol">
      <w:rPr>
        <w:rFonts w:asciiTheme="majorHAnsi" w:eastAsiaTheme="majorEastAsia" w:hAnsiTheme="majorHAnsi" w:cstheme="majorBidi"/>
        <w:b/>
        <w:bCs/>
      </w:rPr>
    </w:tblStylePr>
    <w:tblStylePr w:type="lastCol">
      <w:rPr>
        <w:rFonts w:asciiTheme="majorHAnsi" w:eastAsiaTheme="majorEastAsia" w:hAnsiTheme="majorHAnsi" w:cstheme="majorBidi"/>
        <w:b/>
        <w:bCs/>
      </w:rPr>
      <w:tblPr/>
      <w:tcPr>
        <w:tcBorders>
          <w:top w:val="single" w:sz="8" w:space="0" w:color="000000" w:themeColor="text1"/>
          <w:left w:val="single" w:sz="8" w:space="0" w:color="000000" w:themeColor="text1"/>
          <w:bottom w:val="single" w:sz="8" w:space="0" w:color="000000" w:themeColor="text1"/>
          <w:right w:val="single" w:sz="8" w:space="0" w:color="000000" w:themeColor="text1"/>
        </w:tcBorders>
      </w:tcPr>
    </w:tblStylePr>
    <w:tblStylePr w:type="band1Vert">
      <w:tblPr/>
      <w:tcPr>
        <w:tcBorders>
          <w:top w:val="single" w:sz="8" w:space="0" w:color="000000" w:themeColor="text1"/>
          <w:left w:val="single" w:sz="8" w:space="0" w:color="000000" w:themeColor="text1"/>
          <w:bottom w:val="single" w:sz="8" w:space="0" w:color="000000" w:themeColor="text1"/>
          <w:right w:val="single" w:sz="8" w:space="0" w:color="000000" w:themeColor="text1"/>
        </w:tcBorders>
        <w:shd w:val="clear" w:color="auto" w:fill="C0C0C0" w:themeFill="text1" w:themeFillTint="3F"/>
      </w:tcPr>
    </w:tblStylePr>
    <w:tblStylePr w:type="band1Horz">
      <w:tblPr/>
      <w:tcPr>
        <w:tcBorders>
          <w:top w:val="single" w:sz="8" w:space="0" w:color="000000" w:themeColor="text1"/>
          <w:left w:val="single" w:sz="8" w:space="0" w:color="000000" w:themeColor="text1"/>
          <w:bottom w:val="single" w:sz="8" w:space="0" w:color="000000" w:themeColor="text1"/>
          <w:right w:val="single" w:sz="8" w:space="0" w:color="000000" w:themeColor="text1"/>
          <w:insideV w:val="single" w:sz="8" w:space="0" w:color="000000" w:themeColor="text1"/>
        </w:tcBorders>
        <w:shd w:val="clear" w:color="auto" w:fill="C0C0C0" w:themeFill="text1" w:themeFillTint="3F"/>
      </w:tcPr>
    </w:tblStylePr>
    <w:tblStylePr w:type="band2Horz">
      <w:tblPr/>
      <w:tcPr>
        <w:tcBorders>
          <w:top w:val="single" w:sz="8" w:space="0" w:color="000000" w:themeColor="text1"/>
          <w:left w:val="single" w:sz="8" w:space="0" w:color="000000" w:themeColor="text1"/>
          <w:bottom w:val="single" w:sz="8" w:space="0" w:color="000000" w:themeColor="text1"/>
          <w:right w:val="single" w:sz="8" w:space="0" w:color="000000" w:themeColor="text1"/>
          <w:insideV w:val="single" w:sz="8" w:space="0" w:color="000000" w:themeColor="text1"/>
        </w:tcBorders>
      </w:tcPr>
    </w:tblStylePr>
  </w:style>
  <w:style w:type="table" w:styleId="LightGrid-Accent1">
    <w:name w:val="Light Grid Accent 1"/>
    <w:basedOn w:val="TableNormal"/>
    <w:uiPriority w:val="62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4F81BD" w:themeColor="accent1"/>
        <w:left w:val="single" w:sz="8" w:space="0" w:color="4F81BD" w:themeColor="accent1"/>
        <w:bottom w:val="single" w:sz="8" w:space="0" w:color="4F81BD" w:themeColor="accent1"/>
        <w:right w:val="single" w:sz="8" w:space="0" w:color="4F81BD" w:themeColor="accent1"/>
        <w:insideH w:val="single" w:sz="8" w:space="0" w:color="4F81BD" w:themeColor="accent1"/>
        <w:insideV w:val="single" w:sz="8" w:space="0" w:color="4F81BD" w:themeColor="accent1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rFonts w:asciiTheme="majorHAnsi" w:eastAsiaTheme="majorEastAsia" w:hAnsiTheme="majorHAnsi" w:cstheme="majorBidi"/>
        <w:b/>
        <w:bCs/>
      </w:rPr>
      <w:tblPr/>
      <w:tcPr>
        <w:tcBorders>
          <w:top w:val="single" w:sz="8" w:space="0" w:color="4F81BD" w:themeColor="accent1"/>
          <w:left w:val="single" w:sz="8" w:space="0" w:color="4F81BD" w:themeColor="accent1"/>
          <w:bottom w:val="single" w:sz="18" w:space="0" w:color="4F81BD" w:themeColor="accent1"/>
          <w:right w:val="single" w:sz="8" w:space="0" w:color="4F81BD" w:themeColor="accent1"/>
          <w:insideH w:val="nil"/>
          <w:insideV w:val="single" w:sz="8" w:space="0" w:color="4F81BD" w:themeColor="accent1"/>
        </w:tcBorders>
      </w:tcPr>
    </w:tblStylePr>
    <w:tblStylePr w:type="lastRow">
      <w:pPr>
        <w:spacing w:before="0" w:after="0" w:line="240" w:lineRule="auto"/>
      </w:pPr>
      <w:rPr>
        <w:rFonts w:asciiTheme="majorHAnsi" w:eastAsiaTheme="majorEastAsia" w:hAnsiTheme="majorHAnsi" w:cstheme="majorBidi"/>
        <w:b/>
        <w:bCs/>
      </w:rPr>
      <w:tblPr/>
      <w:tcPr>
        <w:tcBorders>
          <w:top w:val="double" w:sz="6" w:space="0" w:color="4F81BD" w:themeColor="accent1"/>
          <w:left w:val="single" w:sz="8" w:space="0" w:color="4F81BD" w:themeColor="accent1"/>
          <w:bottom w:val="single" w:sz="8" w:space="0" w:color="4F81BD" w:themeColor="accent1"/>
          <w:right w:val="single" w:sz="8" w:space="0" w:color="4F81BD" w:themeColor="accent1"/>
          <w:insideH w:val="nil"/>
          <w:insideV w:val="single" w:sz="8" w:space="0" w:color="4F81BD" w:themeColor="accent1"/>
        </w:tcBorders>
      </w:tcPr>
    </w:tblStylePr>
    <w:tblStylePr w:type="firstCol">
      <w:rPr>
        <w:rFonts w:asciiTheme="majorHAnsi" w:eastAsiaTheme="majorEastAsia" w:hAnsiTheme="majorHAnsi" w:cstheme="majorBidi"/>
        <w:b/>
        <w:bCs/>
      </w:rPr>
    </w:tblStylePr>
    <w:tblStylePr w:type="lastCol">
      <w:rPr>
        <w:rFonts w:asciiTheme="majorHAnsi" w:eastAsiaTheme="majorEastAsia" w:hAnsiTheme="majorHAnsi" w:cstheme="majorBidi"/>
        <w:b/>
        <w:bCs/>
      </w:rPr>
      <w:tblPr/>
      <w:tcPr>
        <w:tcBorders>
          <w:top w:val="single" w:sz="8" w:space="0" w:color="4F81BD" w:themeColor="accent1"/>
          <w:left w:val="single" w:sz="8" w:space="0" w:color="4F81BD" w:themeColor="accent1"/>
          <w:bottom w:val="single" w:sz="8" w:space="0" w:color="4F81BD" w:themeColor="accent1"/>
          <w:right w:val="single" w:sz="8" w:space="0" w:color="4F81BD" w:themeColor="accent1"/>
        </w:tcBorders>
      </w:tcPr>
    </w:tblStylePr>
    <w:tblStylePr w:type="band1Vert">
      <w:tblPr/>
      <w:tcPr>
        <w:tcBorders>
          <w:top w:val="single" w:sz="8" w:space="0" w:color="4F81BD" w:themeColor="accent1"/>
          <w:left w:val="single" w:sz="8" w:space="0" w:color="4F81BD" w:themeColor="accent1"/>
          <w:bottom w:val="single" w:sz="8" w:space="0" w:color="4F81BD" w:themeColor="accent1"/>
          <w:right w:val="single" w:sz="8" w:space="0" w:color="4F81BD" w:themeColor="accent1"/>
        </w:tcBorders>
        <w:shd w:val="clear" w:color="auto" w:fill="D3DFEE" w:themeFill="accent1" w:themeFillTint="3F"/>
      </w:tcPr>
    </w:tblStylePr>
    <w:tblStylePr w:type="band1Horz">
      <w:tblPr/>
      <w:tcPr>
        <w:tcBorders>
          <w:top w:val="single" w:sz="8" w:space="0" w:color="4F81BD" w:themeColor="accent1"/>
          <w:left w:val="single" w:sz="8" w:space="0" w:color="4F81BD" w:themeColor="accent1"/>
          <w:bottom w:val="single" w:sz="8" w:space="0" w:color="4F81BD" w:themeColor="accent1"/>
          <w:right w:val="single" w:sz="8" w:space="0" w:color="4F81BD" w:themeColor="accent1"/>
          <w:insideV w:val="single" w:sz="8" w:space="0" w:color="4F81BD" w:themeColor="accent1"/>
        </w:tcBorders>
        <w:shd w:val="clear" w:color="auto" w:fill="D3DFEE" w:themeFill="accent1" w:themeFillTint="3F"/>
      </w:tcPr>
    </w:tblStylePr>
    <w:tblStylePr w:type="band2Horz">
      <w:tblPr/>
      <w:tcPr>
        <w:tcBorders>
          <w:top w:val="single" w:sz="8" w:space="0" w:color="4F81BD" w:themeColor="accent1"/>
          <w:left w:val="single" w:sz="8" w:space="0" w:color="4F81BD" w:themeColor="accent1"/>
          <w:bottom w:val="single" w:sz="8" w:space="0" w:color="4F81BD" w:themeColor="accent1"/>
          <w:right w:val="single" w:sz="8" w:space="0" w:color="4F81BD" w:themeColor="accent1"/>
          <w:insideV w:val="single" w:sz="8" w:space="0" w:color="4F81BD" w:themeColor="accent1"/>
        </w:tcBorders>
      </w:tcPr>
    </w:tblStylePr>
  </w:style>
  <w:style w:type="table" w:styleId="LightGrid-Accent2">
    <w:name w:val="Light Grid Accent 2"/>
    <w:basedOn w:val="TableNormal"/>
    <w:uiPriority w:val="62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C0504D" w:themeColor="accent2"/>
        <w:left w:val="single" w:sz="8" w:space="0" w:color="C0504D" w:themeColor="accent2"/>
        <w:bottom w:val="single" w:sz="8" w:space="0" w:color="C0504D" w:themeColor="accent2"/>
        <w:right w:val="single" w:sz="8" w:space="0" w:color="C0504D" w:themeColor="accent2"/>
        <w:insideH w:val="single" w:sz="8" w:space="0" w:color="C0504D" w:themeColor="accent2"/>
        <w:insideV w:val="single" w:sz="8" w:space="0" w:color="C0504D" w:themeColor="accent2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rFonts w:asciiTheme="majorHAnsi" w:eastAsiaTheme="majorEastAsia" w:hAnsiTheme="majorHAnsi" w:cstheme="majorBidi"/>
        <w:b/>
        <w:bCs/>
      </w:rPr>
      <w:tblPr/>
      <w:tcPr>
        <w:tcBorders>
          <w:top w:val="single" w:sz="8" w:space="0" w:color="C0504D" w:themeColor="accent2"/>
          <w:left w:val="single" w:sz="8" w:space="0" w:color="C0504D" w:themeColor="accent2"/>
          <w:bottom w:val="single" w:sz="18" w:space="0" w:color="C0504D" w:themeColor="accent2"/>
          <w:right w:val="single" w:sz="8" w:space="0" w:color="C0504D" w:themeColor="accent2"/>
          <w:insideH w:val="nil"/>
          <w:insideV w:val="single" w:sz="8" w:space="0" w:color="C0504D" w:themeColor="accent2"/>
        </w:tcBorders>
      </w:tcPr>
    </w:tblStylePr>
    <w:tblStylePr w:type="lastRow">
      <w:pPr>
        <w:spacing w:before="0" w:after="0" w:line="240" w:lineRule="auto"/>
      </w:pPr>
      <w:rPr>
        <w:rFonts w:asciiTheme="majorHAnsi" w:eastAsiaTheme="majorEastAsia" w:hAnsiTheme="majorHAnsi" w:cstheme="majorBidi"/>
        <w:b/>
        <w:bCs/>
      </w:rPr>
      <w:tblPr/>
      <w:tcPr>
        <w:tcBorders>
          <w:top w:val="double" w:sz="6" w:space="0" w:color="C0504D" w:themeColor="accent2"/>
          <w:left w:val="single" w:sz="8" w:space="0" w:color="C0504D" w:themeColor="accent2"/>
          <w:bottom w:val="single" w:sz="8" w:space="0" w:color="C0504D" w:themeColor="accent2"/>
          <w:right w:val="single" w:sz="8" w:space="0" w:color="C0504D" w:themeColor="accent2"/>
          <w:insideH w:val="nil"/>
          <w:insideV w:val="single" w:sz="8" w:space="0" w:color="C0504D" w:themeColor="accent2"/>
        </w:tcBorders>
      </w:tcPr>
    </w:tblStylePr>
    <w:tblStylePr w:type="firstCol">
      <w:rPr>
        <w:rFonts w:asciiTheme="majorHAnsi" w:eastAsiaTheme="majorEastAsia" w:hAnsiTheme="majorHAnsi" w:cstheme="majorBidi"/>
        <w:b/>
        <w:bCs/>
      </w:rPr>
    </w:tblStylePr>
    <w:tblStylePr w:type="lastCol">
      <w:rPr>
        <w:rFonts w:asciiTheme="majorHAnsi" w:eastAsiaTheme="majorEastAsia" w:hAnsiTheme="majorHAnsi" w:cstheme="majorBidi"/>
        <w:b/>
        <w:bCs/>
      </w:rPr>
      <w:tblPr/>
      <w:tcPr>
        <w:tcBorders>
          <w:top w:val="single" w:sz="8" w:space="0" w:color="C0504D" w:themeColor="accent2"/>
          <w:left w:val="single" w:sz="8" w:space="0" w:color="C0504D" w:themeColor="accent2"/>
          <w:bottom w:val="single" w:sz="8" w:space="0" w:color="C0504D" w:themeColor="accent2"/>
          <w:right w:val="single" w:sz="8" w:space="0" w:color="C0504D" w:themeColor="accent2"/>
        </w:tcBorders>
      </w:tcPr>
    </w:tblStylePr>
    <w:tblStylePr w:type="band1Vert">
      <w:tblPr/>
      <w:tcPr>
        <w:tcBorders>
          <w:top w:val="single" w:sz="8" w:space="0" w:color="C0504D" w:themeColor="accent2"/>
          <w:left w:val="single" w:sz="8" w:space="0" w:color="C0504D" w:themeColor="accent2"/>
          <w:bottom w:val="single" w:sz="8" w:space="0" w:color="C0504D" w:themeColor="accent2"/>
          <w:right w:val="single" w:sz="8" w:space="0" w:color="C0504D" w:themeColor="accent2"/>
        </w:tcBorders>
        <w:shd w:val="clear" w:color="auto" w:fill="EFD3D2" w:themeFill="accent2" w:themeFillTint="3F"/>
      </w:tcPr>
    </w:tblStylePr>
    <w:tblStylePr w:type="band1Horz">
      <w:tblPr/>
      <w:tcPr>
        <w:tcBorders>
          <w:top w:val="single" w:sz="8" w:space="0" w:color="C0504D" w:themeColor="accent2"/>
          <w:left w:val="single" w:sz="8" w:space="0" w:color="C0504D" w:themeColor="accent2"/>
          <w:bottom w:val="single" w:sz="8" w:space="0" w:color="C0504D" w:themeColor="accent2"/>
          <w:right w:val="single" w:sz="8" w:space="0" w:color="C0504D" w:themeColor="accent2"/>
          <w:insideV w:val="single" w:sz="8" w:space="0" w:color="C0504D" w:themeColor="accent2"/>
        </w:tcBorders>
        <w:shd w:val="clear" w:color="auto" w:fill="EFD3D2" w:themeFill="accent2" w:themeFillTint="3F"/>
      </w:tcPr>
    </w:tblStylePr>
    <w:tblStylePr w:type="band2Horz">
      <w:tblPr/>
      <w:tcPr>
        <w:tcBorders>
          <w:top w:val="single" w:sz="8" w:space="0" w:color="C0504D" w:themeColor="accent2"/>
          <w:left w:val="single" w:sz="8" w:space="0" w:color="C0504D" w:themeColor="accent2"/>
          <w:bottom w:val="single" w:sz="8" w:space="0" w:color="C0504D" w:themeColor="accent2"/>
          <w:right w:val="single" w:sz="8" w:space="0" w:color="C0504D" w:themeColor="accent2"/>
          <w:insideV w:val="single" w:sz="8" w:space="0" w:color="C0504D" w:themeColor="accent2"/>
        </w:tcBorders>
      </w:tcPr>
    </w:tblStylePr>
  </w:style>
  <w:style w:type="table" w:styleId="LightGrid-Accent3">
    <w:name w:val="Light Grid Accent 3"/>
    <w:basedOn w:val="TableNormal"/>
    <w:uiPriority w:val="62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9BBB59" w:themeColor="accent3"/>
        <w:left w:val="single" w:sz="8" w:space="0" w:color="9BBB59" w:themeColor="accent3"/>
        <w:bottom w:val="single" w:sz="8" w:space="0" w:color="9BBB59" w:themeColor="accent3"/>
        <w:right w:val="single" w:sz="8" w:space="0" w:color="9BBB59" w:themeColor="accent3"/>
        <w:insideH w:val="single" w:sz="8" w:space="0" w:color="9BBB59" w:themeColor="accent3"/>
        <w:insideV w:val="single" w:sz="8" w:space="0" w:color="9BBB59" w:themeColor="accent3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rFonts w:asciiTheme="majorHAnsi" w:eastAsiaTheme="majorEastAsia" w:hAnsiTheme="majorHAnsi" w:cstheme="majorBidi"/>
        <w:b/>
        <w:bCs/>
      </w:rPr>
      <w:tblPr/>
      <w:tcPr>
        <w:tcBorders>
          <w:top w:val="single" w:sz="8" w:space="0" w:color="9BBB59" w:themeColor="accent3"/>
          <w:left w:val="single" w:sz="8" w:space="0" w:color="9BBB59" w:themeColor="accent3"/>
          <w:bottom w:val="single" w:sz="18" w:space="0" w:color="9BBB59" w:themeColor="accent3"/>
          <w:right w:val="single" w:sz="8" w:space="0" w:color="9BBB59" w:themeColor="accent3"/>
          <w:insideH w:val="nil"/>
          <w:insideV w:val="single" w:sz="8" w:space="0" w:color="9BBB59" w:themeColor="accent3"/>
        </w:tcBorders>
      </w:tcPr>
    </w:tblStylePr>
    <w:tblStylePr w:type="lastRow">
      <w:pPr>
        <w:spacing w:before="0" w:after="0" w:line="240" w:lineRule="auto"/>
      </w:pPr>
      <w:rPr>
        <w:rFonts w:asciiTheme="majorHAnsi" w:eastAsiaTheme="majorEastAsia" w:hAnsiTheme="majorHAnsi" w:cstheme="majorBidi"/>
        <w:b/>
        <w:bCs/>
      </w:rPr>
      <w:tblPr/>
      <w:tcPr>
        <w:tcBorders>
          <w:top w:val="double" w:sz="6" w:space="0" w:color="9BBB59" w:themeColor="accent3"/>
          <w:left w:val="single" w:sz="8" w:space="0" w:color="9BBB59" w:themeColor="accent3"/>
          <w:bottom w:val="single" w:sz="8" w:space="0" w:color="9BBB59" w:themeColor="accent3"/>
          <w:right w:val="single" w:sz="8" w:space="0" w:color="9BBB59" w:themeColor="accent3"/>
          <w:insideH w:val="nil"/>
          <w:insideV w:val="single" w:sz="8" w:space="0" w:color="9BBB59" w:themeColor="accent3"/>
        </w:tcBorders>
      </w:tcPr>
    </w:tblStylePr>
    <w:tblStylePr w:type="firstCol">
      <w:rPr>
        <w:rFonts w:asciiTheme="majorHAnsi" w:eastAsiaTheme="majorEastAsia" w:hAnsiTheme="majorHAnsi" w:cstheme="majorBidi"/>
        <w:b/>
        <w:bCs/>
      </w:rPr>
    </w:tblStylePr>
    <w:tblStylePr w:type="lastCol">
      <w:rPr>
        <w:rFonts w:asciiTheme="majorHAnsi" w:eastAsiaTheme="majorEastAsia" w:hAnsiTheme="majorHAnsi" w:cstheme="majorBidi"/>
        <w:b/>
        <w:bCs/>
      </w:rPr>
      <w:tblPr/>
      <w:tcPr>
        <w:tcBorders>
          <w:top w:val="single" w:sz="8" w:space="0" w:color="9BBB59" w:themeColor="accent3"/>
          <w:left w:val="single" w:sz="8" w:space="0" w:color="9BBB59" w:themeColor="accent3"/>
          <w:bottom w:val="single" w:sz="8" w:space="0" w:color="9BBB59" w:themeColor="accent3"/>
          <w:right w:val="single" w:sz="8" w:space="0" w:color="9BBB59" w:themeColor="accent3"/>
        </w:tcBorders>
      </w:tcPr>
    </w:tblStylePr>
    <w:tblStylePr w:type="band1Vert">
      <w:tblPr/>
      <w:tcPr>
        <w:tcBorders>
          <w:top w:val="single" w:sz="8" w:space="0" w:color="9BBB59" w:themeColor="accent3"/>
          <w:left w:val="single" w:sz="8" w:space="0" w:color="9BBB59" w:themeColor="accent3"/>
          <w:bottom w:val="single" w:sz="8" w:space="0" w:color="9BBB59" w:themeColor="accent3"/>
          <w:right w:val="single" w:sz="8" w:space="0" w:color="9BBB59" w:themeColor="accent3"/>
        </w:tcBorders>
        <w:shd w:val="clear" w:color="auto" w:fill="E6EED5" w:themeFill="accent3" w:themeFillTint="3F"/>
      </w:tcPr>
    </w:tblStylePr>
    <w:tblStylePr w:type="band1Horz">
      <w:tblPr/>
      <w:tcPr>
        <w:tcBorders>
          <w:top w:val="single" w:sz="8" w:space="0" w:color="9BBB59" w:themeColor="accent3"/>
          <w:left w:val="single" w:sz="8" w:space="0" w:color="9BBB59" w:themeColor="accent3"/>
          <w:bottom w:val="single" w:sz="8" w:space="0" w:color="9BBB59" w:themeColor="accent3"/>
          <w:right w:val="single" w:sz="8" w:space="0" w:color="9BBB59" w:themeColor="accent3"/>
          <w:insideV w:val="single" w:sz="8" w:space="0" w:color="9BBB59" w:themeColor="accent3"/>
        </w:tcBorders>
        <w:shd w:val="clear" w:color="auto" w:fill="E6EED5" w:themeFill="accent3" w:themeFillTint="3F"/>
      </w:tcPr>
    </w:tblStylePr>
    <w:tblStylePr w:type="band2Horz">
      <w:tblPr/>
      <w:tcPr>
        <w:tcBorders>
          <w:top w:val="single" w:sz="8" w:space="0" w:color="9BBB59" w:themeColor="accent3"/>
          <w:left w:val="single" w:sz="8" w:space="0" w:color="9BBB59" w:themeColor="accent3"/>
          <w:bottom w:val="single" w:sz="8" w:space="0" w:color="9BBB59" w:themeColor="accent3"/>
          <w:right w:val="single" w:sz="8" w:space="0" w:color="9BBB59" w:themeColor="accent3"/>
          <w:insideV w:val="single" w:sz="8" w:space="0" w:color="9BBB59" w:themeColor="accent3"/>
        </w:tcBorders>
      </w:tcPr>
    </w:tblStylePr>
  </w:style>
  <w:style w:type="table" w:styleId="LightGrid-Accent4">
    <w:name w:val="Light Grid Accent 4"/>
    <w:basedOn w:val="TableNormal"/>
    <w:uiPriority w:val="62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8064A2" w:themeColor="accent4"/>
        <w:left w:val="single" w:sz="8" w:space="0" w:color="8064A2" w:themeColor="accent4"/>
        <w:bottom w:val="single" w:sz="8" w:space="0" w:color="8064A2" w:themeColor="accent4"/>
        <w:right w:val="single" w:sz="8" w:space="0" w:color="8064A2" w:themeColor="accent4"/>
        <w:insideH w:val="single" w:sz="8" w:space="0" w:color="8064A2" w:themeColor="accent4"/>
        <w:insideV w:val="single" w:sz="8" w:space="0" w:color="8064A2" w:themeColor="accent4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rFonts w:asciiTheme="majorHAnsi" w:eastAsiaTheme="majorEastAsia" w:hAnsiTheme="majorHAnsi" w:cstheme="majorBidi"/>
        <w:b/>
        <w:bCs/>
      </w:rPr>
      <w:tblPr/>
      <w:tcPr>
        <w:tcBorders>
          <w:top w:val="single" w:sz="8" w:space="0" w:color="8064A2" w:themeColor="accent4"/>
          <w:left w:val="single" w:sz="8" w:space="0" w:color="8064A2" w:themeColor="accent4"/>
          <w:bottom w:val="single" w:sz="18" w:space="0" w:color="8064A2" w:themeColor="accent4"/>
          <w:right w:val="single" w:sz="8" w:space="0" w:color="8064A2" w:themeColor="accent4"/>
          <w:insideH w:val="nil"/>
          <w:insideV w:val="single" w:sz="8" w:space="0" w:color="8064A2" w:themeColor="accent4"/>
        </w:tcBorders>
      </w:tcPr>
    </w:tblStylePr>
    <w:tblStylePr w:type="lastRow">
      <w:pPr>
        <w:spacing w:before="0" w:after="0" w:line="240" w:lineRule="auto"/>
      </w:pPr>
      <w:rPr>
        <w:rFonts w:asciiTheme="majorHAnsi" w:eastAsiaTheme="majorEastAsia" w:hAnsiTheme="majorHAnsi" w:cstheme="majorBidi"/>
        <w:b/>
        <w:bCs/>
      </w:rPr>
      <w:tblPr/>
      <w:tcPr>
        <w:tcBorders>
          <w:top w:val="double" w:sz="6" w:space="0" w:color="8064A2" w:themeColor="accent4"/>
          <w:left w:val="single" w:sz="8" w:space="0" w:color="8064A2" w:themeColor="accent4"/>
          <w:bottom w:val="single" w:sz="8" w:space="0" w:color="8064A2" w:themeColor="accent4"/>
          <w:right w:val="single" w:sz="8" w:space="0" w:color="8064A2" w:themeColor="accent4"/>
          <w:insideH w:val="nil"/>
          <w:insideV w:val="single" w:sz="8" w:space="0" w:color="8064A2" w:themeColor="accent4"/>
        </w:tcBorders>
      </w:tcPr>
    </w:tblStylePr>
    <w:tblStylePr w:type="firstCol">
      <w:rPr>
        <w:rFonts w:asciiTheme="majorHAnsi" w:eastAsiaTheme="majorEastAsia" w:hAnsiTheme="majorHAnsi" w:cstheme="majorBidi"/>
        <w:b/>
        <w:bCs/>
      </w:rPr>
    </w:tblStylePr>
    <w:tblStylePr w:type="lastCol">
      <w:rPr>
        <w:rFonts w:asciiTheme="majorHAnsi" w:eastAsiaTheme="majorEastAsia" w:hAnsiTheme="majorHAnsi" w:cstheme="majorBidi"/>
        <w:b/>
        <w:bCs/>
      </w:rPr>
      <w:tblPr/>
      <w:tcPr>
        <w:tcBorders>
          <w:top w:val="single" w:sz="8" w:space="0" w:color="8064A2" w:themeColor="accent4"/>
          <w:left w:val="single" w:sz="8" w:space="0" w:color="8064A2" w:themeColor="accent4"/>
          <w:bottom w:val="single" w:sz="8" w:space="0" w:color="8064A2" w:themeColor="accent4"/>
          <w:right w:val="single" w:sz="8" w:space="0" w:color="8064A2" w:themeColor="accent4"/>
        </w:tcBorders>
      </w:tcPr>
    </w:tblStylePr>
    <w:tblStylePr w:type="band1Vert">
      <w:tblPr/>
      <w:tcPr>
        <w:tcBorders>
          <w:top w:val="single" w:sz="8" w:space="0" w:color="8064A2" w:themeColor="accent4"/>
          <w:left w:val="single" w:sz="8" w:space="0" w:color="8064A2" w:themeColor="accent4"/>
          <w:bottom w:val="single" w:sz="8" w:space="0" w:color="8064A2" w:themeColor="accent4"/>
          <w:right w:val="single" w:sz="8" w:space="0" w:color="8064A2" w:themeColor="accent4"/>
        </w:tcBorders>
        <w:shd w:val="clear" w:color="auto" w:fill="DFD8E8" w:themeFill="accent4" w:themeFillTint="3F"/>
      </w:tcPr>
    </w:tblStylePr>
    <w:tblStylePr w:type="band1Horz">
      <w:tblPr/>
      <w:tcPr>
        <w:tcBorders>
          <w:top w:val="single" w:sz="8" w:space="0" w:color="8064A2" w:themeColor="accent4"/>
          <w:left w:val="single" w:sz="8" w:space="0" w:color="8064A2" w:themeColor="accent4"/>
          <w:bottom w:val="single" w:sz="8" w:space="0" w:color="8064A2" w:themeColor="accent4"/>
          <w:right w:val="single" w:sz="8" w:space="0" w:color="8064A2" w:themeColor="accent4"/>
          <w:insideV w:val="single" w:sz="8" w:space="0" w:color="8064A2" w:themeColor="accent4"/>
        </w:tcBorders>
        <w:shd w:val="clear" w:color="auto" w:fill="DFD8E8" w:themeFill="accent4" w:themeFillTint="3F"/>
      </w:tcPr>
    </w:tblStylePr>
    <w:tblStylePr w:type="band2Horz">
      <w:tblPr/>
      <w:tcPr>
        <w:tcBorders>
          <w:top w:val="single" w:sz="8" w:space="0" w:color="8064A2" w:themeColor="accent4"/>
          <w:left w:val="single" w:sz="8" w:space="0" w:color="8064A2" w:themeColor="accent4"/>
          <w:bottom w:val="single" w:sz="8" w:space="0" w:color="8064A2" w:themeColor="accent4"/>
          <w:right w:val="single" w:sz="8" w:space="0" w:color="8064A2" w:themeColor="accent4"/>
          <w:insideV w:val="single" w:sz="8" w:space="0" w:color="8064A2" w:themeColor="accent4"/>
        </w:tcBorders>
      </w:tcPr>
    </w:tblStylePr>
  </w:style>
  <w:style w:type="table" w:styleId="LightGrid-Accent5">
    <w:name w:val="Light Grid Accent 5"/>
    <w:basedOn w:val="TableNormal"/>
    <w:uiPriority w:val="62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4BACC6" w:themeColor="accent5"/>
        <w:left w:val="single" w:sz="8" w:space="0" w:color="4BACC6" w:themeColor="accent5"/>
        <w:bottom w:val="single" w:sz="8" w:space="0" w:color="4BACC6" w:themeColor="accent5"/>
        <w:right w:val="single" w:sz="8" w:space="0" w:color="4BACC6" w:themeColor="accent5"/>
        <w:insideH w:val="single" w:sz="8" w:space="0" w:color="4BACC6" w:themeColor="accent5"/>
        <w:insideV w:val="single" w:sz="8" w:space="0" w:color="4BACC6" w:themeColor="accent5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rFonts w:asciiTheme="majorHAnsi" w:eastAsiaTheme="majorEastAsia" w:hAnsiTheme="majorHAnsi" w:cstheme="majorBidi"/>
        <w:b/>
        <w:bCs/>
      </w:rPr>
      <w:tblPr/>
      <w:tcPr>
        <w:tcBorders>
          <w:top w:val="single" w:sz="8" w:space="0" w:color="4BACC6" w:themeColor="accent5"/>
          <w:left w:val="single" w:sz="8" w:space="0" w:color="4BACC6" w:themeColor="accent5"/>
          <w:bottom w:val="single" w:sz="18" w:space="0" w:color="4BACC6" w:themeColor="accent5"/>
          <w:right w:val="single" w:sz="8" w:space="0" w:color="4BACC6" w:themeColor="accent5"/>
          <w:insideH w:val="nil"/>
          <w:insideV w:val="single" w:sz="8" w:space="0" w:color="4BACC6" w:themeColor="accent5"/>
        </w:tcBorders>
      </w:tcPr>
    </w:tblStylePr>
    <w:tblStylePr w:type="lastRow">
      <w:pPr>
        <w:spacing w:before="0" w:after="0" w:line="240" w:lineRule="auto"/>
      </w:pPr>
      <w:rPr>
        <w:rFonts w:asciiTheme="majorHAnsi" w:eastAsiaTheme="majorEastAsia" w:hAnsiTheme="majorHAnsi" w:cstheme="majorBidi"/>
        <w:b/>
        <w:bCs/>
      </w:rPr>
      <w:tblPr/>
      <w:tcPr>
        <w:tcBorders>
          <w:top w:val="double" w:sz="6" w:space="0" w:color="4BACC6" w:themeColor="accent5"/>
          <w:left w:val="single" w:sz="8" w:space="0" w:color="4BACC6" w:themeColor="accent5"/>
          <w:bottom w:val="single" w:sz="8" w:space="0" w:color="4BACC6" w:themeColor="accent5"/>
          <w:right w:val="single" w:sz="8" w:space="0" w:color="4BACC6" w:themeColor="accent5"/>
          <w:insideH w:val="nil"/>
          <w:insideV w:val="single" w:sz="8" w:space="0" w:color="4BACC6" w:themeColor="accent5"/>
        </w:tcBorders>
      </w:tcPr>
    </w:tblStylePr>
    <w:tblStylePr w:type="firstCol">
      <w:rPr>
        <w:rFonts w:asciiTheme="majorHAnsi" w:eastAsiaTheme="majorEastAsia" w:hAnsiTheme="majorHAnsi" w:cstheme="majorBidi"/>
        <w:b/>
        <w:bCs/>
      </w:rPr>
    </w:tblStylePr>
    <w:tblStylePr w:type="lastCol">
      <w:rPr>
        <w:rFonts w:asciiTheme="majorHAnsi" w:eastAsiaTheme="majorEastAsia" w:hAnsiTheme="majorHAnsi" w:cstheme="majorBidi"/>
        <w:b/>
        <w:bCs/>
      </w:rPr>
      <w:tblPr/>
      <w:tcPr>
        <w:tcBorders>
          <w:top w:val="single" w:sz="8" w:space="0" w:color="4BACC6" w:themeColor="accent5"/>
          <w:left w:val="single" w:sz="8" w:space="0" w:color="4BACC6" w:themeColor="accent5"/>
          <w:bottom w:val="single" w:sz="8" w:space="0" w:color="4BACC6" w:themeColor="accent5"/>
          <w:right w:val="single" w:sz="8" w:space="0" w:color="4BACC6" w:themeColor="accent5"/>
        </w:tcBorders>
      </w:tcPr>
    </w:tblStylePr>
    <w:tblStylePr w:type="band1Vert">
      <w:tblPr/>
      <w:tcPr>
        <w:tcBorders>
          <w:top w:val="single" w:sz="8" w:space="0" w:color="4BACC6" w:themeColor="accent5"/>
          <w:left w:val="single" w:sz="8" w:space="0" w:color="4BACC6" w:themeColor="accent5"/>
          <w:bottom w:val="single" w:sz="8" w:space="0" w:color="4BACC6" w:themeColor="accent5"/>
          <w:right w:val="single" w:sz="8" w:space="0" w:color="4BACC6" w:themeColor="accent5"/>
        </w:tcBorders>
        <w:shd w:val="clear" w:color="auto" w:fill="D2EAF1" w:themeFill="accent5" w:themeFillTint="3F"/>
      </w:tcPr>
    </w:tblStylePr>
    <w:tblStylePr w:type="band1Horz">
      <w:tblPr/>
      <w:tcPr>
        <w:tcBorders>
          <w:top w:val="single" w:sz="8" w:space="0" w:color="4BACC6" w:themeColor="accent5"/>
          <w:left w:val="single" w:sz="8" w:space="0" w:color="4BACC6" w:themeColor="accent5"/>
          <w:bottom w:val="single" w:sz="8" w:space="0" w:color="4BACC6" w:themeColor="accent5"/>
          <w:right w:val="single" w:sz="8" w:space="0" w:color="4BACC6" w:themeColor="accent5"/>
          <w:insideV w:val="single" w:sz="8" w:space="0" w:color="4BACC6" w:themeColor="accent5"/>
        </w:tcBorders>
        <w:shd w:val="clear" w:color="auto" w:fill="D2EAF1" w:themeFill="accent5" w:themeFillTint="3F"/>
      </w:tcPr>
    </w:tblStylePr>
    <w:tblStylePr w:type="band2Horz">
      <w:tblPr/>
      <w:tcPr>
        <w:tcBorders>
          <w:top w:val="single" w:sz="8" w:space="0" w:color="4BACC6" w:themeColor="accent5"/>
          <w:left w:val="single" w:sz="8" w:space="0" w:color="4BACC6" w:themeColor="accent5"/>
          <w:bottom w:val="single" w:sz="8" w:space="0" w:color="4BACC6" w:themeColor="accent5"/>
          <w:right w:val="single" w:sz="8" w:space="0" w:color="4BACC6" w:themeColor="accent5"/>
          <w:insideV w:val="single" w:sz="8" w:space="0" w:color="4BACC6" w:themeColor="accent5"/>
        </w:tcBorders>
      </w:tcPr>
    </w:tblStylePr>
  </w:style>
  <w:style w:type="table" w:styleId="LightGrid-Accent6">
    <w:name w:val="Light Grid Accent 6"/>
    <w:basedOn w:val="TableNormal"/>
    <w:uiPriority w:val="62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F79646" w:themeColor="accent6"/>
        <w:left w:val="single" w:sz="8" w:space="0" w:color="F79646" w:themeColor="accent6"/>
        <w:bottom w:val="single" w:sz="8" w:space="0" w:color="F79646" w:themeColor="accent6"/>
        <w:right w:val="single" w:sz="8" w:space="0" w:color="F79646" w:themeColor="accent6"/>
        <w:insideH w:val="single" w:sz="8" w:space="0" w:color="F79646" w:themeColor="accent6"/>
        <w:insideV w:val="single" w:sz="8" w:space="0" w:color="F79646" w:themeColor="accent6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rFonts w:asciiTheme="majorHAnsi" w:eastAsiaTheme="majorEastAsia" w:hAnsiTheme="majorHAnsi" w:cstheme="majorBidi"/>
        <w:b/>
        <w:bCs/>
      </w:rPr>
      <w:tblPr/>
      <w:tcPr>
        <w:tcBorders>
          <w:top w:val="single" w:sz="8" w:space="0" w:color="F79646" w:themeColor="accent6"/>
          <w:left w:val="single" w:sz="8" w:space="0" w:color="F79646" w:themeColor="accent6"/>
          <w:bottom w:val="single" w:sz="18" w:space="0" w:color="F79646" w:themeColor="accent6"/>
          <w:right w:val="single" w:sz="8" w:space="0" w:color="F79646" w:themeColor="accent6"/>
          <w:insideH w:val="nil"/>
          <w:insideV w:val="single" w:sz="8" w:space="0" w:color="F79646" w:themeColor="accent6"/>
        </w:tcBorders>
      </w:tcPr>
    </w:tblStylePr>
    <w:tblStylePr w:type="lastRow">
      <w:pPr>
        <w:spacing w:before="0" w:after="0" w:line="240" w:lineRule="auto"/>
      </w:pPr>
      <w:rPr>
        <w:rFonts w:asciiTheme="majorHAnsi" w:eastAsiaTheme="majorEastAsia" w:hAnsiTheme="majorHAnsi" w:cstheme="majorBidi"/>
        <w:b/>
        <w:bCs/>
      </w:rPr>
      <w:tblPr/>
      <w:tcPr>
        <w:tcBorders>
          <w:top w:val="double" w:sz="6" w:space="0" w:color="F79646" w:themeColor="accent6"/>
          <w:left w:val="single" w:sz="8" w:space="0" w:color="F79646" w:themeColor="accent6"/>
          <w:bottom w:val="single" w:sz="8" w:space="0" w:color="F79646" w:themeColor="accent6"/>
          <w:right w:val="single" w:sz="8" w:space="0" w:color="F79646" w:themeColor="accent6"/>
          <w:insideH w:val="nil"/>
          <w:insideV w:val="single" w:sz="8" w:space="0" w:color="F79646" w:themeColor="accent6"/>
        </w:tcBorders>
      </w:tcPr>
    </w:tblStylePr>
    <w:tblStylePr w:type="firstCol">
      <w:rPr>
        <w:rFonts w:asciiTheme="majorHAnsi" w:eastAsiaTheme="majorEastAsia" w:hAnsiTheme="majorHAnsi" w:cstheme="majorBidi"/>
        <w:b/>
        <w:bCs/>
      </w:rPr>
    </w:tblStylePr>
    <w:tblStylePr w:type="lastCol">
      <w:rPr>
        <w:rFonts w:asciiTheme="majorHAnsi" w:eastAsiaTheme="majorEastAsia" w:hAnsiTheme="majorHAnsi" w:cstheme="majorBidi"/>
        <w:b/>
        <w:bCs/>
      </w:rPr>
      <w:tblPr/>
      <w:tcPr>
        <w:tcBorders>
          <w:top w:val="single" w:sz="8" w:space="0" w:color="F79646" w:themeColor="accent6"/>
          <w:left w:val="single" w:sz="8" w:space="0" w:color="F79646" w:themeColor="accent6"/>
          <w:bottom w:val="single" w:sz="8" w:space="0" w:color="F79646" w:themeColor="accent6"/>
          <w:right w:val="single" w:sz="8" w:space="0" w:color="F79646" w:themeColor="accent6"/>
        </w:tcBorders>
      </w:tcPr>
    </w:tblStylePr>
    <w:tblStylePr w:type="band1Vert">
      <w:tblPr/>
      <w:tcPr>
        <w:tcBorders>
          <w:top w:val="single" w:sz="8" w:space="0" w:color="F79646" w:themeColor="accent6"/>
          <w:left w:val="single" w:sz="8" w:space="0" w:color="F79646" w:themeColor="accent6"/>
          <w:bottom w:val="single" w:sz="8" w:space="0" w:color="F79646" w:themeColor="accent6"/>
          <w:right w:val="single" w:sz="8" w:space="0" w:color="F79646" w:themeColor="accent6"/>
        </w:tcBorders>
        <w:shd w:val="clear" w:color="auto" w:fill="FDE4D0" w:themeFill="accent6" w:themeFillTint="3F"/>
      </w:tcPr>
    </w:tblStylePr>
    <w:tblStylePr w:type="band1Horz">
      <w:tblPr/>
      <w:tcPr>
        <w:tcBorders>
          <w:top w:val="single" w:sz="8" w:space="0" w:color="F79646" w:themeColor="accent6"/>
          <w:left w:val="single" w:sz="8" w:space="0" w:color="F79646" w:themeColor="accent6"/>
          <w:bottom w:val="single" w:sz="8" w:space="0" w:color="F79646" w:themeColor="accent6"/>
          <w:right w:val="single" w:sz="8" w:space="0" w:color="F79646" w:themeColor="accent6"/>
          <w:insideV w:val="single" w:sz="8" w:space="0" w:color="F79646" w:themeColor="accent6"/>
        </w:tcBorders>
        <w:shd w:val="clear" w:color="auto" w:fill="FDE4D0" w:themeFill="accent6" w:themeFillTint="3F"/>
      </w:tcPr>
    </w:tblStylePr>
    <w:tblStylePr w:type="band2Horz">
      <w:tblPr/>
      <w:tcPr>
        <w:tcBorders>
          <w:top w:val="single" w:sz="8" w:space="0" w:color="F79646" w:themeColor="accent6"/>
          <w:left w:val="single" w:sz="8" w:space="0" w:color="F79646" w:themeColor="accent6"/>
          <w:bottom w:val="single" w:sz="8" w:space="0" w:color="F79646" w:themeColor="accent6"/>
          <w:right w:val="single" w:sz="8" w:space="0" w:color="F79646" w:themeColor="accent6"/>
          <w:insideV w:val="single" w:sz="8" w:space="0" w:color="F79646" w:themeColor="accent6"/>
        </w:tcBorders>
      </w:tcPr>
    </w:tblStylePr>
  </w:style>
  <w:style w:type="table" w:styleId="MediumShading1">
    <w:name w:val="Medium Shading 1"/>
    <w:basedOn w:val="TableNormal"/>
    <w:uiPriority w:val="63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404040" w:themeColor="text1" w:themeTint="BF"/>
        <w:left w:val="single" w:sz="8" w:space="0" w:color="404040" w:themeColor="text1" w:themeTint="BF"/>
        <w:bottom w:val="single" w:sz="8" w:space="0" w:color="404040" w:themeColor="text1" w:themeTint="BF"/>
        <w:right w:val="single" w:sz="8" w:space="0" w:color="404040" w:themeColor="text1" w:themeTint="BF"/>
        <w:insideH w:val="single" w:sz="8" w:space="0" w:color="404040" w:themeColor="text1" w:themeTint="BF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tcBorders>
          <w:top w:val="single" w:sz="8" w:space="0" w:color="404040" w:themeColor="text1" w:themeTint="BF"/>
          <w:left w:val="single" w:sz="8" w:space="0" w:color="404040" w:themeColor="text1" w:themeTint="BF"/>
          <w:bottom w:val="single" w:sz="8" w:space="0" w:color="404040" w:themeColor="text1" w:themeTint="BF"/>
          <w:right w:val="single" w:sz="8" w:space="0" w:color="404040" w:themeColor="text1" w:themeTint="BF"/>
          <w:insideH w:val="nil"/>
          <w:insideV w:val="nil"/>
        </w:tcBorders>
        <w:shd w:val="clear" w:color="auto" w:fill="000000" w:themeFill="text1"/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double" w:sz="6" w:space="0" w:color="404040" w:themeColor="text1" w:themeTint="BF"/>
          <w:left w:val="single" w:sz="8" w:space="0" w:color="404040" w:themeColor="text1" w:themeTint="BF"/>
          <w:bottom w:val="single" w:sz="8" w:space="0" w:color="404040" w:themeColor="text1" w:themeTint="BF"/>
          <w:right w:val="single" w:sz="8" w:space="0" w:color="404040" w:themeColor="text1" w:themeTint="BF"/>
          <w:insideH w:val="nil"/>
          <w:insideV w:val="nil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shd w:val="clear" w:color="auto" w:fill="C0C0C0" w:themeFill="text1" w:themeFillTint="3F"/>
      </w:tcPr>
    </w:tblStylePr>
    <w:tblStylePr w:type="band1Horz">
      <w:tblPr/>
      <w:tcPr>
        <w:tcBorders>
          <w:insideH w:val="nil"/>
          <w:insideV w:val="nil"/>
        </w:tcBorders>
        <w:shd w:val="clear" w:color="auto" w:fill="C0C0C0" w:themeFill="text1" w:themeFillTint="3F"/>
      </w:tcPr>
    </w:tblStylePr>
    <w:tblStylePr w:type="band2Horz">
      <w:tblPr/>
      <w:tcPr>
        <w:tcBorders>
          <w:insideH w:val="nil"/>
          <w:insideV w:val="nil"/>
        </w:tcBorders>
      </w:tcPr>
    </w:tblStylePr>
  </w:style>
  <w:style w:type="table" w:styleId="MediumShading1-Accent1">
    <w:name w:val="Medium Shading 1 Accent 1"/>
    <w:basedOn w:val="TableNormal"/>
    <w:uiPriority w:val="63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7BA0CD" w:themeColor="accent1" w:themeTint="BF"/>
        <w:left w:val="single" w:sz="8" w:space="0" w:color="7BA0CD" w:themeColor="accent1" w:themeTint="BF"/>
        <w:bottom w:val="single" w:sz="8" w:space="0" w:color="7BA0CD" w:themeColor="accent1" w:themeTint="BF"/>
        <w:right w:val="single" w:sz="8" w:space="0" w:color="7BA0CD" w:themeColor="accent1" w:themeTint="BF"/>
        <w:insideH w:val="single" w:sz="8" w:space="0" w:color="7BA0CD" w:themeColor="accent1" w:themeTint="BF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tcBorders>
          <w:top w:val="single" w:sz="8" w:space="0" w:color="7BA0CD" w:themeColor="accent1" w:themeTint="BF"/>
          <w:left w:val="single" w:sz="8" w:space="0" w:color="7BA0CD" w:themeColor="accent1" w:themeTint="BF"/>
          <w:bottom w:val="single" w:sz="8" w:space="0" w:color="7BA0CD" w:themeColor="accent1" w:themeTint="BF"/>
          <w:right w:val="single" w:sz="8" w:space="0" w:color="7BA0CD" w:themeColor="accent1" w:themeTint="BF"/>
          <w:insideH w:val="nil"/>
          <w:insideV w:val="nil"/>
        </w:tcBorders>
        <w:shd w:val="clear" w:color="auto" w:fill="4F81BD" w:themeFill="accent1"/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double" w:sz="6" w:space="0" w:color="7BA0CD" w:themeColor="accent1" w:themeTint="BF"/>
          <w:left w:val="single" w:sz="8" w:space="0" w:color="7BA0CD" w:themeColor="accent1" w:themeTint="BF"/>
          <w:bottom w:val="single" w:sz="8" w:space="0" w:color="7BA0CD" w:themeColor="accent1" w:themeTint="BF"/>
          <w:right w:val="single" w:sz="8" w:space="0" w:color="7BA0CD" w:themeColor="accent1" w:themeTint="BF"/>
          <w:insideH w:val="nil"/>
          <w:insideV w:val="nil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shd w:val="clear" w:color="auto" w:fill="D3DFEE" w:themeFill="accent1" w:themeFillTint="3F"/>
      </w:tcPr>
    </w:tblStylePr>
    <w:tblStylePr w:type="band1Horz">
      <w:tblPr/>
      <w:tcPr>
        <w:tcBorders>
          <w:insideH w:val="nil"/>
          <w:insideV w:val="nil"/>
        </w:tcBorders>
        <w:shd w:val="clear" w:color="auto" w:fill="D3DFEE" w:themeFill="accent1" w:themeFillTint="3F"/>
      </w:tcPr>
    </w:tblStylePr>
    <w:tblStylePr w:type="band2Horz">
      <w:tblPr/>
      <w:tcPr>
        <w:tcBorders>
          <w:insideH w:val="nil"/>
          <w:insideV w:val="nil"/>
        </w:tcBorders>
      </w:tcPr>
    </w:tblStylePr>
  </w:style>
  <w:style w:type="table" w:styleId="MediumShading1-Accent2">
    <w:name w:val="Medium Shading 1 Accent 2"/>
    <w:basedOn w:val="TableNormal"/>
    <w:uiPriority w:val="63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CF7B79" w:themeColor="accent2" w:themeTint="BF"/>
        <w:left w:val="single" w:sz="8" w:space="0" w:color="CF7B79" w:themeColor="accent2" w:themeTint="BF"/>
        <w:bottom w:val="single" w:sz="8" w:space="0" w:color="CF7B79" w:themeColor="accent2" w:themeTint="BF"/>
        <w:right w:val="single" w:sz="8" w:space="0" w:color="CF7B79" w:themeColor="accent2" w:themeTint="BF"/>
        <w:insideH w:val="single" w:sz="8" w:space="0" w:color="CF7B79" w:themeColor="accent2" w:themeTint="BF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tcBorders>
          <w:top w:val="single" w:sz="8" w:space="0" w:color="CF7B79" w:themeColor="accent2" w:themeTint="BF"/>
          <w:left w:val="single" w:sz="8" w:space="0" w:color="CF7B79" w:themeColor="accent2" w:themeTint="BF"/>
          <w:bottom w:val="single" w:sz="8" w:space="0" w:color="CF7B79" w:themeColor="accent2" w:themeTint="BF"/>
          <w:right w:val="single" w:sz="8" w:space="0" w:color="CF7B79" w:themeColor="accent2" w:themeTint="BF"/>
          <w:insideH w:val="nil"/>
          <w:insideV w:val="nil"/>
        </w:tcBorders>
        <w:shd w:val="clear" w:color="auto" w:fill="C0504D" w:themeFill="accent2"/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double" w:sz="6" w:space="0" w:color="CF7B79" w:themeColor="accent2" w:themeTint="BF"/>
          <w:left w:val="single" w:sz="8" w:space="0" w:color="CF7B79" w:themeColor="accent2" w:themeTint="BF"/>
          <w:bottom w:val="single" w:sz="8" w:space="0" w:color="CF7B79" w:themeColor="accent2" w:themeTint="BF"/>
          <w:right w:val="single" w:sz="8" w:space="0" w:color="CF7B79" w:themeColor="accent2" w:themeTint="BF"/>
          <w:insideH w:val="nil"/>
          <w:insideV w:val="nil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shd w:val="clear" w:color="auto" w:fill="EFD3D2" w:themeFill="accent2" w:themeFillTint="3F"/>
      </w:tcPr>
    </w:tblStylePr>
    <w:tblStylePr w:type="band1Horz">
      <w:tblPr/>
      <w:tcPr>
        <w:tcBorders>
          <w:insideH w:val="nil"/>
          <w:insideV w:val="nil"/>
        </w:tcBorders>
        <w:shd w:val="clear" w:color="auto" w:fill="EFD3D2" w:themeFill="accent2" w:themeFillTint="3F"/>
      </w:tcPr>
    </w:tblStylePr>
    <w:tblStylePr w:type="band2Horz">
      <w:tblPr/>
      <w:tcPr>
        <w:tcBorders>
          <w:insideH w:val="nil"/>
          <w:insideV w:val="nil"/>
        </w:tcBorders>
      </w:tcPr>
    </w:tblStylePr>
  </w:style>
  <w:style w:type="table" w:styleId="MediumShading1-Accent3">
    <w:name w:val="Medium Shading 1 Accent 3"/>
    <w:basedOn w:val="TableNormal"/>
    <w:uiPriority w:val="63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B3CC82" w:themeColor="accent3" w:themeTint="BF"/>
        <w:left w:val="single" w:sz="8" w:space="0" w:color="B3CC82" w:themeColor="accent3" w:themeTint="BF"/>
        <w:bottom w:val="single" w:sz="8" w:space="0" w:color="B3CC82" w:themeColor="accent3" w:themeTint="BF"/>
        <w:right w:val="single" w:sz="8" w:space="0" w:color="B3CC82" w:themeColor="accent3" w:themeTint="BF"/>
        <w:insideH w:val="single" w:sz="8" w:space="0" w:color="B3CC82" w:themeColor="accent3" w:themeTint="BF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tcBorders>
          <w:top w:val="single" w:sz="8" w:space="0" w:color="B3CC82" w:themeColor="accent3" w:themeTint="BF"/>
          <w:left w:val="single" w:sz="8" w:space="0" w:color="B3CC82" w:themeColor="accent3" w:themeTint="BF"/>
          <w:bottom w:val="single" w:sz="8" w:space="0" w:color="B3CC82" w:themeColor="accent3" w:themeTint="BF"/>
          <w:right w:val="single" w:sz="8" w:space="0" w:color="B3CC82" w:themeColor="accent3" w:themeTint="BF"/>
          <w:insideH w:val="nil"/>
          <w:insideV w:val="nil"/>
        </w:tcBorders>
        <w:shd w:val="clear" w:color="auto" w:fill="9BBB59" w:themeFill="accent3"/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double" w:sz="6" w:space="0" w:color="B3CC82" w:themeColor="accent3" w:themeTint="BF"/>
          <w:left w:val="single" w:sz="8" w:space="0" w:color="B3CC82" w:themeColor="accent3" w:themeTint="BF"/>
          <w:bottom w:val="single" w:sz="8" w:space="0" w:color="B3CC82" w:themeColor="accent3" w:themeTint="BF"/>
          <w:right w:val="single" w:sz="8" w:space="0" w:color="B3CC82" w:themeColor="accent3" w:themeTint="BF"/>
          <w:insideH w:val="nil"/>
          <w:insideV w:val="nil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shd w:val="clear" w:color="auto" w:fill="E6EED5" w:themeFill="accent3" w:themeFillTint="3F"/>
      </w:tcPr>
    </w:tblStylePr>
    <w:tblStylePr w:type="band1Horz">
      <w:tblPr/>
      <w:tcPr>
        <w:tcBorders>
          <w:insideH w:val="nil"/>
          <w:insideV w:val="nil"/>
        </w:tcBorders>
        <w:shd w:val="clear" w:color="auto" w:fill="E6EED5" w:themeFill="accent3" w:themeFillTint="3F"/>
      </w:tcPr>
    </w:tblStylePr>
    <w:tblStylePr w:type="band2Horz">
      <w:tblPr/>
      <w:tcPr>
        <w:tcBorders>
          <w:insideH w:val="nil"/>
          <w:insideV w:val="nil"/>
        </w:tcBorders>
      </w:tcPr>
    </w:tblStylePr>
  </w:style>
  <w:style w:type="table" w:styleId="MediumShading1-Accent4">
    <w:name w:val="Medium Shading 1 Accent 4"/>
    <w:basedOn w:val="TableNormal"/>
    <w:uiPriority w:val="63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9F8AB9" w:themeColor="accent4" w:themeTint="BF"/>
        <w:left w:val="single" w:sz="8" w:space="0" w:color="9F8AB9" w:themeColor="accent4" w:themeTint="BF"/>
        <w:bottom w:val="single" w:sz="8" w:space="0" w:color="9F8AB9" w:themeColor="accent4" w:themeTint="BF"/>
        <w:right w:val="single" w:sz="8" w:space="0" w:color="9F8AB9" w:themeColor="accent4" w:themeTint="BF"/>
        <w:insideH w:val="single" w:sz="8" w:space="0" w:color="9F8AB9" w:themeColor="accent4" w:themeTint="BF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tcBorders>
          <w:top w:val="single" w:sz="8" w:space="0" w:color="9F8AB9" w:themeColor="accent4" w:themeTint="BF"/>
          <w:left w:val="single" w:sz="8" w:space="0" w:color="9F8AB9" w:themeColor="accent4" w:themeTint="BF"/>
          <w:bottom w:val="single" w:sz="8" w:space="0" w:color="9F8AB9" w:themeColor="accent4" w:themeTint="BF"/>
          <w:right w:val="single" w:sz="8" w:space="0" w:color="9F8AB9" w:themeColor="accent4" w:themeTint="BF"/>
          <w:insideH w:val="nil"/>
          <w:insideV w:val="nil"/>
        </w:tcBorders>
        <w:shd w:val="clear" w:color="auto" w:fill="8064A2" w:themeFill="accent4"/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double" w:sz="6" w:space="0" w:color="9F8AB9" w:themeColor="accent4" w:themeTint="BF"/>
          <w:left w:val="single" w:sz="8" w:space="0" w:color="9F8AB9" w:themeColor="accent4" w:themeTint="BF"/>
          <w:bottom w:val="single" w:sz="8" w:space="0" w:color="9F8AB9" w:themeColor="accent4" w:themeTint="BF"/>
          <w:right w:val="single" w:sz="8" w:space="0" w:color="9F8AB9" w:themeColor="accent4" w:themeTint="BF"/>
          <w:insideH w:val="nil"/>
          <w:insideV w:val="nil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shd w:val="clear" w:color="auto" w:fill="DFD8E8" w:themeFill="accent4" w:themeFillTint="3F"/>
      </w:tcPr>
    </w:tblStylePr>
    <w:tblStylePr w:type="band1Horz">
      <w:tblPr/>
      <w:tcPr>
        <w:tcBorders>
          <w:insideH w:val="nil"/>
          <w:insideV w:val="nil"/>
        </w:tcBorders>
        <w:shd w:val="clear" w:color="auto" w:fill="DFD8E8" w:themeFill="accent4" w:themeFillTint="3F"/>
      </w:tcPr>
    </w:tblStylePr>
    <w:tblStylePr w:type="band2Horz">
      <w:tblPr/>
      <w:tcPr>
        <w:tcBorders>
          <w:insideH w:val="nil"/>
          <w:insideV w:val="nil"/>
        </w:tcBorders>
      </w:tcPr>
    </w:tblStylePr>
  </w:style>
  <w:style w:type="table" w:styleId="MediumShading1-Accent5">
    <w:name w:val="Medium Shading 1 Accent 5"/>
    <w:basedOn w:val="TableNormal"/>
    <w:uiPriority w:val="63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78C0D4" w:themeColor="accent5" w:themeTint="BF"/>
        <w:left w:val="single" w:sz="8" w:space="0" w:color="78C0D4" w:themeColor="accent5" w:themeTint="BF"/>
        <w:bottom w:val="single" w:sz="8" w:space="0" w:color="78C0D4" w:themeColor="accent5" w:themeTint="BF"/>
        <w:right w:val="single" w:sz="8" w:space="0" w:color="78C0D4" w:themeColor="accent5" w:themeTint="BF"/>
        <w:insideH w:val="single" w:sz="8" w:space="0" w:color="78C0D4" w:themeColor="accent5" w:themeTint="BF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tcBorders>
          <w:top w:val="single" w:sz="8" w:space="0" w:color="78C0D4" w:themeColor="accent5" w:themeTint="BF"/>
          <w:left w:val="single" w:sz="8" w:space="0" w:color="78C0D4" w:themeColor="accent5" w:themeTint="BF"/>
          <w:bottom w:val="single" w:sz="8" w:space="0" w:color="78C0D4" w:themeColor="accent5" w:themeTint="BF"/>
          <w:right w:val="single" w:sz="8" w:space="0" w:color="78C0D4" w:themeColor="accent5" w:themeTint="BF"/>
          <w:insideH w:val="nil"/>
          <w:insideV w:val="nil"/>
        </w:tcBorders>
        <w:shd w:val="clear" w:color="auto" w:fill="4BACC6" w:themeFill="accent5"/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double" w:sz="6" w:space="0" w:color="78C0D4" w:themeColor="accent5" w:themeTint="BF"/>
          <w:left w:val="single" w:sz="8" w:space="0" w:color="78C0D4" w:themeColor="accent5" w:themeTint="BF"/>
          <w:bottom w:val="single" w:sz="8" w:space="0" w:color="78C0D4" w:themeColor="accent5" w:themeTint="BF"/>
          <w:right w:val="single" w:sz="8" w:space="0" w:color="78C0D4" w:themeColor="accent5" w:themeTint="BF"/>
          <w:insideH w:val="nil"/>
          <w:insideV w:val="nil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shd w:val="clear" w:color="auto" w:fill="D2EAF1" w:themeFill="accent5" w:themeFillTint="3F"/>
      </w:tcPr>
    </w:tblStylePr>
    <w:tblStylePr w:type="band1Horz">
      <w:tblPr/>
      <w:tcPr>
        <w:tcBorders>
          <w:insideH w:val="nil"/>
          <w:insideV w:val="nil"/>
        </w:tcBorders>
        <w:shd w:val="clear" w:color="auto" w:fill="D2EAF1" w:themeFill="accent5" w:themeFillTint="3F"/>
      </w:tcPr>
    </w:tblStylePr>
    <w:tblStylePr w:type="band2Horz">
      <w:tblPr/>
      <w:tcPr>
        <w:tcBorders>
          <w:insideH w:val="nil"/>
          <w:insideV w:val="nil"/>
        </w:tcBorders>
      </w:tcPr>
    </w:tblStylePr>
  </w:style>
  <w:style w:type="table" w:styleId="MediumShading1-Accent6">
    <w:name w:val="Medium Shading 1 Accent 6"/>
    <w:basedOn w:val="TableNormal"/>
    <w:uiPriority w:val="63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F9B074" w:themeColor="accent6" w:themeTint="BF"/>
        <w:left w:val="single" w:sz="8" w:space="0" w:color="F9B074" w:themeColor="accent6" w:themeTint="BF"/>
        <w:bottom w:val="single" w:sz="8" w:space="0" w:color="F9B074" w:themeColor="accent6" w:themeTint="BF"/>
        <w:right w:val="single" w:sz="8" w:space="0" w:color="F9B074" w:themeColor="accent6" w:themeTint="BF"/>
        <w:insideH w:val="single" w:sz="8" w:space="0" w:color="F9B074" w:themeColor="accent6" w:themeTint="BF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tcBorders>
          <w:top w:val="single" w:sz="8" w:space="0" w:color="F9B074" w:themeColor="accent6" w:themeTint="BF"/>
          <w:left w:val="single" w:sz="8" w:space="0" w:color="F9B074" w:themeColor="accent6" w:themeTint="BF"/>
          <w:bottom w:val="single" w:sz="8" w:space="0" w:color="F9B074" w:themeColor="accent6" w:themeTint="BF"/>
          <w:right w:val="single" w:sz="8" w:space="0" w:color="F9B074" w:themeColor="accent6" w:themeTint="BF"/>
          <w:insideH w:val="nil"/>
          <w:insideV w:val="nil"/>
        </w:tcBorders>
        <w:shd w:val="clear" w:color="auto" w:fill="F79646" w:themeFill="accent6"/>
      </w:tcPr>
    </w:tblStylePr>
    <w:tblStylePr w:type="lastRow">
      <w:pPr>
        <w:spacing w:before="0" w:after="0" w:line="240" w:lineRule="auto"/>
      </w:pPr>
      <w:rPr>
        <w:b/>
        <w:bCs/>
      </w:rPr>
      <w:tblPr/>
      <w:tcPr>
        <w:tcBorders>
          <w:top w:val="double" w:sz="6" w:space="0" w:color="F9B074" w:themeColor="accent6" w:themeTint="BF"/>
          <w:left w:val="single" w:sz="8" w:space="0" w:color="F9B074" w:themeColor="accent6" w:themeTint="BF"/>
          <w:bottom w:val="single" w:sz="8" w:space="0" w:color="F9B074" w:themeColor="accent6" w:themeTint="BF"/>
          <w:right w:val="single" w:sz="8" w:space="0" w:color="F9B074" w:themeColor="accent6" w:themeTint="BF"/>
          <w:insideH w:val="nil"/>
          <w:insideV w:val="nil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shd w:val="clear" w:color="auto" w:fill="FDE4D0" w:themeFill="accent6" w:themeFillTint="3F"/>
      </w:tcPr>
    </w:tblStylePr>
    <w:tblStylePr w:type="band1Horz">
      <w:tblPr/>
      <w:tcPr>
        <w:tcBorders>
          <w:insideH w:val="nil"/>
          <w:insideV w:val="nil"/>
        </w:tcBorders>
        <w:shd w:val="clear" w:color="auto" w:fill="FDE4D0" w:themeFill="accent6" w:themeFillTint="3F"/>
      </w:tcPr>
    </w:tblStylePr>
    <w:tblStylePr w:type="band2Horz">
      <w:tblPr/>
      <w:tcPr>
        <w:tcBorders>
          <w:insideH w:val="nil"/>
          <w:insideV w:val="nil"/>
        </w:tcBorders>
      </w:tcPr>
    </w:tblStylePr>
  </w:style>
  <w:style w:type="table" w:styleId="MediumShading2">
    <w:name w:val="Medium Shading 2"/>
    <w:basedOn w:val="TableNormal"/>
    <w:uiPriority w:val="64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18" w:space="0" w:color="auto"/>
        <w:bottom w:val="single" w:sz="18" w:space="0" w:color="auto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000000" w:themeFill="text1"/>
      </w:tcPr>
    </w:tblStylePr>
    <w:tblStylePr w:type="lastRow">
      <w:pPr>
        <w:spacing w:before="0" w:after="0" w:line="240" w:lineRule="auto"/>
      </w:pPr>
      <w:rPr>
        <w:color w:val="auto"/>
      </w:rPr>
      <w:tblPr/>
      <w:tcPr>
        <w:tcBorders>
          <w:top w:val="double" w:sz="6" w:space="0" w:color="auto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rPr>
        <w:b/>
        <w:bCs/>
        <w:color w:val="FFFFFF" w:themeColor="background1"/>
      </w:rPr>
      <w:tblPr/>
      <w:tcPr>
        <w:tcBorders>
          <w:top w:val="nil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000000" w:themeFill="text1"/>
      </w:tcPr>
    </w:tblStylePr>
    <w:tblStylePr w:type="lastCol">
      <w:rPr>
        <w:b/>
        <w:bCs/>
        <w:color w:val="FFFFFF" w:themeColor="background1"/>
      </w:rPr>
      <w:tblPr/>
      <w:tcPr>
        <w:tcBorders>
          <w:left w:val="nil"/>
          <w:right w:val="nil"/>
          <w:insideH w:val="nil"/>
          <w:insideV w:val="nil"/>
        </w:tcBorders>
        <w:shd w:val="clear" w:color="auto" w:fill="000000" w:themeFill="text1"/>
      </w:tc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D8D8D8" w:themeFill="background1" w:themeFillShade="D8"/>
      </w:tcPr>
    </w:tblStylePr>
    <w:tblStylePr w:type="band1Horz">
      <w:tblPr/>
      <w:tcPr>
        <w:shd w:val="clear" w:color="auto" w:fill="D8D8D8" w:themeFill="background1" w:themeFillShade="D8"/>
      </w:tcPr>
    </w:tblStylePr>
    <w:tblStylePr w:type="neCell"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</w:tcPr>
    </w:tblStylePr>
    <w:tblStylePr w:type="nwCell">
      <w:rPr>
        <w:color w:val="FFFFFF" w:themeColor="background1"/>
      </w:rPr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</w:tcPr>
    </w:tblStylePr>
  </w:style>
  <w:style w:type="table" w:styleId="MediumShading2-Accent1">
    <w:name w:val="Medium Shading 2 Accent 1"/>
    <w:basedOn w:val="TableNormal"/>
    <w:uiPriority w:val="64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18" w:space="0" w:color="auto"/>
        <w:bottom w:val="single" w:sz="18" w:space="0" w:color="auto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4F81BD" w:themeFill="accent1"/>
      </w:tcPr>
    </w:tblStylePr>
    <w:tblStylePr w:type="lastRow">
      <w:pPr>
        <w:spacing w:before="0" w:after="0" w:line="240" w:lineRule="auto"/>
      </w:pPr>
      <w:rPr>
        <w:color w:val="auto"/>
      </w:rPr>
      <w:tblPr/>
      <w:tcPr>
        <w:tcBorders>
          <w:top w:val="double" w:sz="6" w:space="0" w:color="auto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rPr>
        <w:b/>
        <w:bCs/>
        <w:color w:val="FFFFFF" w:themeColor="background1"/>
      </w:rPr>
      <w:tblPr/>
      <w:tcPr>
        <w:tcBorders>
          <w:top w:val="nil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4F81BD" w:themeFill="accent1"/>
      </w:tcPr>
    </w:tblStylePr>
    <w:tblStylePr w:type="lastCol">
      <w:rPr>
        <w:b/>
        <w:bCs/>
        <w:color w:val="FFFFFF" w:themeColor="background1"/>
      </w:rPr>
      <w:tblPr/>
      <w:tcPr>
        <w:tcBorders>
          <w:left w:val="nil"/>
          <w:right w:val="nil"/>
          <w:insideH w:val="nil"/>
          <w:insideV w:val="nil"/>
        </w:tcBorders>
        <w:shd w:val="clear" w:color="auto" w:fill="4F81BD" w:themeFill="accent1"/>
      </w:tc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D8D8D8" w:themeFill="background1" w:themeFillShade="D8"/>
      </w:tcPr>
    </w:tblStylePr>
    <w:tblStylePr w:type="band1Horz">
      <w:tblPr/>
      <w:tcPr>
        <w:shd w:val="clear" w:color="auto" w:fill="D8D8D8" w:themeFill="background1" w:themeFillShade="D8"/>
      </w:tcPr>
    </w:tblStylePr>
    <w:tblStylePr w:type="neCell"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</w:tcPr>
    </w:tblStylePr>
    <w:tblStylePr w:type="nwCell">
      <w:rPr>
        <w:color w:val="FFFFFF" w:themeColor="background1"/>
      </w:rPr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</w:tcPr>
    </w:tblStylePr>
  </w:style>
  <w:style w:type="table" w:styleId="MediumShading2-Accent2">
    <w:name w:val="Medium Shading 2 Accent 2"/>
    <w:basedOn w:val="TableNormal"/>
    <w:uiPriority w:val="64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18" w:space="0" w:color="auto"/>
        <w:bottom w:val="single" w:sz="18" w:space="0" w:color="auto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C0504D" w:themeFill="accent2"/>
      </w:tcPr>
    </w:tblStylePr>
    <w:tblStylePr w:type="lastRow">
      <w:pPr>
        <w:spacing w:before="0" w:after="0" w:line="240" w:lineRule="auto"/>
      </w:pPr>
      <w:rPr>
        <w:color w:val="auto"/>
      </w:rPr>
      <w:tblPr/>
      <w:tcPr>
        <w:tcBorders>
          <w:top w:val="double" w:sz="6" w:space="0" w:color="auto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rPr>
        <w:b/>
        <w:bCs/>
        <w:color w:val="FFFFFF" w:themeColor="background1"/>
      </w:rPr>
      <w:tblPr/>
      <w:tcPr>
        <w:tcBorders>
          <w:top w:val="nil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C0504D" w:themeFill="accent2"/>
      </w:tcPr>
    </w:tblStylePr>
    <w:tblStylePr w:type="lastCol">
      <w:rPr>
        <w:b/>
        <w:bCs/>
        <w:color w:val="FFFFFF" w:themeColor="background1"/>
      </w:rPr>
      <w:tblPr/>
      <w:tcPr>
        <w:tcBorders>
          <w:left w:val="nil"/>
          <w:right w:val="nil"/>
          <w:insideH w:val="nil"/>
          <w:insideV w:val="nil"/>
        </w:tcBorders>
        <w:shd w:val="clear" w:color="auto" w:fill="C0504D" w:themeFill="accent2"/>
      </w:tc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D8D8D8" w:themeFill="background1" w:themeFillShade="D8"/>
      </w:tcPr>
    </w:tblStylePr>
    <w:tblStylePr w:type="band1Horz">
      <w:tblPr/>
      <w:tcPr>
        <w:shd w:val="clear" w:color="auto" w:fill="D8D8D8" w:themeFill="background1" w:themeFillShade="D8"/>
      </w:tcPr>
    </w:tblStylePr>
    <w:tblStylePr w:type="neCell"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</w:tcPr>
    </w:tblStylePr>
    <w:tblStylePr w:type="nwCell">
      <w:rPr>
        <w:color w:val="FFFFFF" w:themeColor="background1"/>
      </w:rPr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</w:tcPr>
    </w:tblStylePr>
  </w:style>
  <w:style w:type="table" w:styleId="MediumShading2-Accent3">
    <w:name w:val="Medium Shading 2 Accent 3"/>
    <w:basedOn w:val="TableNormal"/>
    <w:uiPriority w:val="64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18" w:space="0" w:color="auto"/>
        <w:bottom w:val="single" w:sz="18" w:space="0" w:color="auto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9BBB59" w:themeFill="accent3"/>
      </w:tcPr>
    </w:tblStylePr>
    <w:tblStylePr w:type="lastRow">
      <w:pPr>
        <w:spacing w:before="0" w:after="0" w:line="240" w:lineRule="auto"/>
      </w:pPr>
      <w:rPr>
        <w:color w:val="auto"/>
      </w:rPr>
      <w:tblPr/>
      <w:tcPr>
        <w:tcBorders>
          <w:top w:val="double" w:sz="6" w:space="0" w:color="auto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rPr>
        <w:b/>
        <w:bCs/>
        <w:color w:val="FFFFFF" w:themeColor="background1"/>
      </w:rPr>
      <w:tblPr/>
      <w:tcPr>
        <w:tcBorders>
          <w:top w:val="nil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9BBB59" w:themeFill="accent3"/>
      </w:tcPr>
    </w:tblStylePr>
    <w:tblStylePr w:type="lastCol">
      <w:rPr>
        <w:b/>
        <w:bCs/>
        <w:color w:val="FFFFFF" w:themeColor="background1"/>
      </w:rPr>
      <w:tblPr/>
      <w:tcPr>
        <w:tcBorders>
          <w:left w:val="nil"/>
          <w:right w:val="nil"/>
          <w:insideH w:val="nil"/>
          <w:insideV w:val="nil"/>
        </w:tcBorders>
        <w:shd w:val="clear" w:color="auto" w:fill="9BBB59" w:themeFill="accent3"/>
      </w:tc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D8D8D8" w:themeFill="background1" w:themeFillShade="D8"/>
      </w:tcPr>
    </w:tblStylePr>
    <w:tblStylePr w:type="band1Horz">
      <w:tblPr/>
      <w:tcPr>
        <w:shd w:val="clear" w:color="auto" w:fill="D8D8D8" w:themeFill="background1" w:themeFillShade="D8"/>
      </w:tcPr>
    </w:tblStylePr>
    <w:tblStylePr w:type="neCell"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</w:tcPr>
    </w:tblStylePr>
    <w:tblStylePr w:type="nwCell">
      <w:rPr>
        <w:color w:val="FFFFFF" w:themeColor="background1"/>
      </w:rPr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</w:tcPr>
    </w:tblStylePr>
  </w:style>
  <w:style w:type="table" w:styleId="MediumShading2-Accent4">
    <w:name w:val="Medium Shading 2 Accent 4"/>
    <w:basedOn w:val="TableNormal"/>
    <w:uiPriority w:val="64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18" w:space="0" w:color="auto"/>
        <w:bottom w:val="single" w:sz="18" w:space="0" w:color="auto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8064A2" w:themeFill="accent4"/>
      </w:tcPr>
    </w:tblStylePr>
    <w:tblStylePr w:type="lastRow">
      <w:pPr>
        <w:spacing w:before="0" w:after="0" w:line="240" w:lineRule="auto"/>
      </w:pPr>
      <w:rPr>
        <w:color w:val="auto"/>
      </w:rPr>
      <w:tblPr/>
      <w:tcPr>
        <w:tcBorders>
          <w:top w:val="double" w:sz="6" w:space="0" w:color="auto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rPr>
        <w:b/>
        <w:bCs/>
        <w:color w:val="FFFFFF" w:themeColor="background1"/>
      </w:rPr>
      <w:tblPr/>
      <w:tcPr>
        <w:tcBorders>
          <w:top w:val="nil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8064A2" w:themeFill="accent4"/>
      </w:tcPr>
    </w:tblStylePr>
    <w:tblStylePr w:type="lastCol">
      <w:rPr>
        <w:b/>
        <w:bCs/>
        <w:color w:val="FFFFFF" w:themeColor="background1"/>
      </w:rPr>
      <w:tblPr/>
      <w:tcPr>
        <w:tcBorders>
          <w:left w:val="nil"/>
          <w:right w:val="nil"/>
          <w:insideH w:val="nil"/>
          <w:insideV w:val="nil"/>
        </w:tcBorders>
        <w:shd w:val="clear" w:color="auto" w:fill="8064A2" w:themeFill="accent4"/>
      </w:tc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D8D8D8" w:themeFill="background1" w:themeFillShade="D8"/>
      </w:tcPr>
    </w:tblStylePr>
    <w:tblStylePr w:type="band1Horz">
      <w:tblPr/>
      <w:tcPr>
        <w:shd w:val="clear" w:color="auto" w:fill="D8D8D8" w:themeFill="background1" w:themeFillShade="D8"/>
      </w:tcPr>
    </w:tblStylePr>
    <w:tblStylePr w:type="neCell"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</w:tcPr>
    </w:tblStylePr>
    <w:tblStylePr w:type="nwCell">
      <w:rPr>
        <w:color w:val="FFFFFF" w:themeColor="background1"/>
      </w:rPr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</w:tcPr>
    </w:tblStylePr>
  </w:style>
  <w:style w:type="table" w:styleId="MediumShading2-Accent5">
    <w:name w:val="Medium Shading 2 Accent 5"/>
    <w:basedOn w:val="TableNormal"/>
    <w:uiPriority w:val="64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18" w:space="0" w:color="auto"/>
        <w:bottom w:val="single" w:sz="18" w:space="0" w:color="auto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4BACC6" w:themeFill="accent5"/>
      </w:tcPr>
    </w:tblStylePr>
    <w:tblStylePr w:type="lastRow">
      <w:pPr>
        <w:spacing w:before="0" w:after="0" w:line="240" w:lineRule="auto"/>
      </w:pPr>
      <w:rPr>
        <w:color w:val="auto"/>
      </w:rPr>
      <w:tblPr/>
      <w:tcPr>
        <w:tcBorders>
          <w:top w:val="double" w:sz="6" w:space="0" w:color="auto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rPr>
        <w:b/>
        <w:bCs/>
        <w:color w:val="FFFFFF" w:themeColor="background1"/>
      </w:rPr>
      <w:tblPr/>
      <w:tcPr>
        <w:tcBorders>
          <w:top w:val="nil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4BACC6" w:themeFill="accent5"/>
      </w:tcPr>
    </w:tblStylePr>
    <w:tblStylePr w:type="lastCol">
      <w:rPr>
        <w:b/>
        <w:bCs/>
        <w:color w:val="FFFFFF" w:themeColor="background1"/>
      </w:rPr>
      <w:tblPr/>
      <w:tcPr>
        <w:tcBorders>
          <w:left w:val="nil"/>
          <w:right w:val="nil"/>
          <w:insideH w:val="nil"/>
          <w:insideV w:val="nil"/>
        </w:tcBorders>
        <w:shd w:val="clear" w:color="auto" w:fill="4BACC6" w:themeFill="accent5"/>
      </w:tc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D8D8D8" w:themeFill="background1" w:themeFillShade="D8"/>
      </w:tcPr>
    </w:tblStylePr>
    <w:tblStylePr w:type="band1Horz">
      <w:tblPr/>
      <w:tcPr>
        <w:shd w:val="clear" w:color="auto" w:fill="D8D8D8" w:themeFill="background1" w:themeFillShade="D8"/>
      </w:tcPr>
    </w:tblStylePr>
    <w:tblStylePr w:type="neCell"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</w:tcPr>
    </w:tblStylePr>
    <w:tblStylePr w:type="nwCell">
      <w:rPr>
        <w:color w:val="FFFFFF" w:themeColor="background1"/>
      </w:rPr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</w:tcPr>
    </w:tblStylePr>
  </w:style>
  <w:style w:type="table" w:styleId="MediumShading2-Accent6">
    <w:name w:val="Medium Shading 2 Accent 6"/>
    <w:basedOn w:val="TableNormal"/>
    <w:uiPriority w:val="64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18" w:space="0" w:color="auto"/>
        <w:bottom w:val="single" w:sz="18" w:space="0" w:color="auto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pPr>
        <w:spacing w:before="0" w:after="0" w:line="240" w:lineRule="auto"/>
      </w:pPr>
      <w:rPr>
        <w:b/>
        <w:bCs/>
        <w:color w:val="FFFFFF" w:themeColor="background1"/>
      </w:rPr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F79646" w:themeFill="accent6"/>
      </w:tcPr>
    </w:tblStylePr>
    <w:tblStylePr w:type="lastRow">
      <w:pPr>
        <w:spacing w:before="0" w:after="0" w:line="240" w:lineRule="auto"/>
      </w:pPr>
      <w:rPr>
        <w:color w:val="auto"/>
      </w:rPr>
      <w:tblPr/>
      <w:tcPr>
        <w:tcBorders>
          <w:top w:val="double" w:sz="6" w:space="0" w:color="auto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rPr>
        <w:b/>
        <w:bCs/>
        <w:color w:val="FFFFFF" w:themeColor="background1"/>
      </w:rPr>
      <w:tblPr/>
      <w:tcPr>
        <w:tcBorders>
          <w:top w:val="nil"/>
          <w:left w:val="nil"/>
          <w:bottom w:val="single" w:sz="18" w:space="0" w:color="auto"/>
          <w:right w:val="nil"/>
          <w:insideH w:val="nil"/>
          <w:insideV w:val="nil"/>
        </w:tcBorders>
        <w:shd w:val="clear" w:color="auto" w:fill="F79646" w:themeFill="accent6"/>
      </w:tcPr>
    </w:tblStylePr>
    <w:tblStylePr w:type="lastCol">
      <w:rPr>
        <w:b/>
        <w:bCs/>
        <w:color w:val="FFFFFF" w:themeColor="background1"/>
      </w:rPr>
      <w:tblPr/>
      <w:tcPr>
        <w:tcBorders>
          <w:left w:val="nil"/>
          <w:right w:val="nil"/>
          <w:insideH w:val="nil"/>
          <w:insideV w:val="nil"/>
        </w:tcBorders>
        <w:shd w:val="clear" w:color="auto" w:fill="F79646" w:themeFill="accent6"/>
      </w:tc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D8D8D8" w:themeFill="background1" w:themeFillShade="D8"/>
      </w:tcPr>
    </w:tblStylePr>
    <w:tblStylePr w:type="band1Horz">
      <w:tblPr/>
      <w:tcPr>
        <w:shd w:val="clear" w:color="auto" w:fill="D8D8D8" w:themeFill="background1" w:themeFillShade="D8"/>
      </w:tcPr>
    </w:tblStylePr>
    <w:tblStylePr w:type="neCell"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</w:tcPr>
    </w:tblStylePr>
    <w:tblStylePr w:type="nwCell">
      <w:rPr>
        <w:color w:val="FFFFFF" w:themeColor="background1"/>
      </w:rPr>
      <w:tblPr/>
      <w:tcPr>
        <w:tcBorders>
          <w:top w:val="single" w:sz="18" w:space="0" w:color="auto"/>
          <w:left w:val="nil"/>
          <w:bottom w:val="single" w:sz="18" w:space="0" w:color="auto"/>
          <w:right w:val="nil"/>
          <w:insideH w:val="nil"/>
          <w:insideV w:val="nil"/>
        </w:tcBorders>
      </w:tcPr>
    </w:tblStylePr>
  </w:style>
  <w:style w:type="table" w:styleId="MediumList1">
    <w:name w:val="Medium List 1"/>
    <w:basedOn w:val="TableNormal"/>
    <w:uiPriority w:val="65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000000" w:themeColor="text1"/>
        <w:bottom w:val="single" w:sz="8" w:space="0" w:color="000000" w:themeColor="text1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rPr>
        <w:rFonts w:asciiTheme="majorHAnsi" w:eastAsiaTheme="majorEastAsia" w:hAnsiTheme="majorHAnsi" w:cstheme="majorBidi"/>
      </w:rPr>
      <w:tblPr/>
      <w:tcPr>
        <w:tcBorders>
          <w:top w:val="nil"/>
          <w:bottom w:val="single" w:sz="8" w:space="0" w:color="000000" w:themeColor="text1"/>
        </w:tcBorders>
      </w:tcPr>
    </w:tblStylePr>
    <w:tblStylePr w:type="lastRow">
      <w:rPr>
        <w:b/>
        <w:bCs/>
        <w:color w:val="1F497D" w:themeColor="text2"/>
      </w:rPr>
      <w:tblPr/>
      <w:tcPr>
        <w:tcBorders>
          <w:top w:val="single" w:sz="8" w:space="0" w:color="000000" w:themeColor="text1"/>
          <w:bottom w:val="single" w:sz="8" w:space="0" w:color="000000" w:themeColor="text1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  <w:tblPr/>
      <w:tcPr>
        <w:tcBorders>
          <w:top w:val="single" w:sz="8" w:space="0" w:color="000000" w:themeColor="text1"/>
          <w:bottom w:val="single" w:sz="8" w:space="0" w:color="000000" w:themeColor="text1"/>
        </w:tcBorders>
      </w:tcPr>
    </w:tblStylePr>
    <w:tblStylePr w:type="band1Vert">
      <w:tblPr/>
      <w:tcPr>
        <w:shd w:val="clear" w:color="auto" w:fill="C0C0C0" w:themeFill="text1" w:themeFillTint="3F"/>
      </w:tcPr>
    </w:tblStylePr>
    <w:tblStylePr w:type="band1Horz">
      <w:tblPr/>
      <w:tcPr>
        <w:shd w:val="clear" w:color="auto" w:fill="C0C0C0" w:themeFill="text1" w:themeFillTint="3F"/>
      </w:tcPr>
    </w:tblStylePr>
  </w:style>
  <w:style w:type="table" w:styleId="MediumList1-Accent1">
    <w:name w:val="Medium List 1 Accent 1"/>
    <w:basedOn w:val="TableNormal"/>
    <w:uiPriority w:val="65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4F81BD" w:themeColor="accent1"/>
        <w:bottom w:val="single" w:sz="8" w:space="0" w:color="4F81BD" w:themeColor="accent1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rPr>
        <w:rFonts w:asciiTheme="majorHAnsi" w:eastAsiaTheme="majorEastAsia" w:hAnsiTheme="majorHAnsi" w:cstheme="majorBidi"/>
      </w:rPr>
      <w:tblPr/>
      <w:tcPr>
        <w:tcBorders>
          <w:top w:val="nil"/>
          <w:bottom w:val="single" w:sz="8" w:space="0" w:color="4F81BD" w:themeColor="accent1"/>
        </w:tcBorders>
      </w:tcPr>
    </w:tblStylePr>
    <w:tblStylePr w:type="lastRow">
      <w:rPr>
        <w:b/>
        <w:bCs/>
        <w:color w:val="1F497D" w:themeColor="text2"/>
      </w:rPr>
      <w:tblPr/>
      <w:tcPr>
        <w:tcBorders>
          <w:top w:val="single" w:sz="8" w:space="0" w:color="4F81BD" w:themeColor="accent1"/>
          <w:bottom w:val="single" w:sz="8" w:space="0" w:color="4F81BD" w:themeColor="accent1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  <w:tblPr/>
      <w:tcPr>
        <w:tcBorders>
          <w:top w:val="single" w:sz="8" w:space="0" w:color="4F81BD" w:themeColor="accent1"/>
          <w:bottom w:val="single" w:sz="8" w:space="0" w:color="4F81BD" w:themeColor="accent1"/>
        </w:tcBorders>
      </w:tcPr>
    </w:tblStylePr>
    <w:tblStylePr w:type="band1Vert">
      <w:tblPr/>
      <w:tcPr>
        <w:shd w:val="clear" w:color="auto" w:fill="D3DFEE" w:themeFill="accent1" w:themeFillTint="3F"/>
      </w:tcPr>
    </w:tblStylePr>
    <w:tblStylePr w:type="band1Horz">
      <w:tblPr/>
      <w:tcPr>
        <w:shd w:val="clear" w:color="auto" w:fill="D3DFEE" w:themeFill="accent1" w:themeFillTint="3F"/>
      </w:tcPr>
    </w:tblStylePr>
  </w:style>
  <w:style w:type="table" w:styleId="MediumList1-Accent2">
    <w:name w:val="Medium List 1 Accent 2"/>
    <w:basedOn w:val="TableNormal"/>
    <w:uiPriority w:val="65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C0504D" w:themeColor="accent2"/>
        <w:bottom w:val="single" w:sz="8" w:space="0" w:color="C0504D" w:themeColor="accent2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rPr>
        <w:rFonts w:asciiTheme="majorHAnsi" w:eastAsiaTheme="majorEastAsia" w:hAnsiTheme="majorHAnsi" w:cstheme="majorBidi"/>
      </w:rPr>
      <w:tblPr/>
      <w:tcPr>
        <w:tcBorders>
          <w:top w:val="nil"/>
          <w:bottom w:val="single" w:sz="8" w:space="0" w:color="C0504D" w:themeColor="accent2"/>
        </w:tcBorders>
      </w:tcPr>
    </w:tblStylePr>
    <w:tblStylePr w:type="lastRow">
      <w:rPr>
        <w:b/>
        <w:bCs/>
        <w:color w:val="1F497D" w:themeColor="text2"/>
      </w:rPr>
      <w:tblPr/>
      <w:tcPr>
        <w:tcBorders>
          <w:top w:val="single" w:sz="8" w:space="0" w:color="C0504D" w:themeColor="accent2"/>
          <w:bottom w:val="single" w:sz="8" w:space="0" w:color="C0504D" w:themeColor="accent2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  <w:tblPr/>
      <w:tcPr>
        <w:tcBorders>
          <w:top w:val="single" w:sz="8" w:space="0" w:color="C0504D" w:themeColor="accent2"/>
          <w:bottom w:val="single" w:sz="8" w:space="0" w:color="C0504D" w:themeColor="accent2"/>
        </w:tcBorders>
      </w:tcPr>
    </w:tblStylePr>
    <w:tblStylePr w:type="band1Vert">
      <w:tblPr/>
      <w:tcPr>
        <w:shd w:val="clear" w:color="auto" w:fill="EFD3D2" w:themeFill="accent2" w:themeFillTint="3F"/>
      </w:tcPr>
    </w:tblStylePr>
    <w:tblStylePr w:type="band1Horz">
      <w:tblPr/>
      <w:tcPr>
        <w:shd w:val="clear" w:color="auto" w:fill="EFD3D2" w:themeFill="accent2" w:themeFillTint="3F"/>
      </w:tcPr>
    </w:tblStylePr>
  </w:style>
  <w:style w:type="table" w:styleId="MediumList1-Accent3">
    <w:name w:val="Medium List 1 Accent 3"/>
    <w:basedOn w:val="TableNormal"/>
    <w:uiPriority w:val="65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9BBB59" w:themeColor="accent3"/>
        <w:bottom w:val="single" w:sz="8" w:space="0" w:color="9BBB59" w:themeColor="accent3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rPr>
        <w:rFonts w:asciiTheme="majorHAnsi" w:eastAsiaTheme="majorEastAsia" w:hAnsiTheme="majorHAnsi" w:cstheme="majorBidi"/>
      </w:rPr>
      <w:tblPr/>
      <w:tcPr>
        <w:tcBorders>
          <w:top w:val="nil"/>
          <w:bottom w:val="single" w:sz="8" w:space="0" w:color="9BBB59" w:themeColor="accent3"/>
        </w:tcBorders>
      </w:tcPr>
    </w:tblStylePr>
    <w:tblStylePr w:type="lastRow">
      <w:rPr>
        <w:b/>
        <w:bCs/>
        <w:color w:val="1F497D" w:themeColor="text2"/>
      </w:rPr>
      <w:tblPr/>
      <w:tcPr>
        <w:tcBorders>
          <w:top w:val="single" w:sz="8" w:space="0" w:color="9BBB59" w:themeColor="accent3"/>
          <w:bottom w:val="single" w:sz="8" w:space="0" w:color="9BBB59" w:themeColor="accent3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  <w:tblPr/>
      <w:tcPr>
        <w:tcBorders>
          <w:top w:val="single" w:sz="8" w:space="0" w:color="9BBB59" w:themeColor="accent3"/>
          <w:bottom w:val="single" w:sz="8" w:space="0" w:color="9BBB59" w:themeColor="accent3"/>
        </w:tcBorders>
      </w:tcPr>
    </w:tblStylePr>
    <w:tblStylePr w:type="band1Vert">
      <w:tblPr/>
      <w:tcPr>
        <w:shd w:val="clear" w:color="auto" w:fill="E6EED5" w:themeFill="accent3" w:themeFillTint="3F"/>
      </w:tcPr>
    </w:tblStylePr>
    <w:tblStylePr w:type="band1Horz">
      <w:tblPr/>
      <w:tcPr>
        <w:shd w:val="clear" w:color="auto" w:fill="E6EED5" w:themeFill="accent3" w:themeFillTint="3F"/>
      </w:tcPr>
    </w:tblStylePr>
  </w:style>
  <w:style w:type="table" w:styleId="MediumList1-Accent4">
    <w:name w:val="Medium List 1 Accent 4"/>
    <w:basedOn w:val="TableNormal"/>
    <w:uiPriority w:val="65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8064A2" w:themeColor="accent4"/>
        <w:bottom w:val="single" w:sz="8" w:space="0" w:color="8064A2" w:themeColor="accent4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rPr>
        <w:rFonts w:asciiTheme="majorHAnsi" w:eastAsiaTheme="majorEastAsia" w:hAnsiTheme="majorHAnsi" w:cstheme="majorBidi"/>
      </w:rPr>
      <w:tblPr/>
      <w:tcPr>
        <w:tcBorders>
          <w:top w:val="nil"/>
          <w:bottom w:val="single" w:sz="8" w:space="0" w:color="8064A2" w:themeColor="accent4"/>
        </w:tcBorders>
      </w:tcPr>
    </w:tblStylePr>
    <w:tblStylePr w:type="lastRow">
      <w:rPr>
        <w:b/>
        <w:bCs/>
        <w:color w:val="1F497D" w:themeColor="text2"/>
      </w:rPr>
      <w:tblPr/>
      <w:tcPr>
        <w:tcBorders>
          <w:top w:val="single" w:sz="8" w:space="0" w:color="8064A2" w:themeColor="accent4"/>
          <w:bottom w:val="single" w:sz="8" w:space="0" w:color="8064A2" w:themeColor="accent4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  <w:tblPr/>
      <w:tcPr>
        <w:tcBorders>
          <w:top w:val="single" w:sz="8" w:space="0" w:color="8064A2" w:themeColor="accent4"/>
          <w:bottom w:val="single" w:sz="8" w:space="0" w:color="8064A2" w:themeColor="accent4"/>
        </w:tcBorders>
      </w:tcPr>
    </w:tblStylePr>
    <w:tblStylePr w:type="band1Vert">
      <w:tblPr/>
      <w:tcPr>
        <w:shd w:val="clear" w:color="auto" w:fill="DFD8E8" w:themeFill="accent4" w:themeFillTint="3F"/>
      </w:tcPr>
    </w:tblStylePr>
    <w:tblStylePr w:type="band1Horz">
      <w:tblPr/>
      <w:tcPr>
        <w:shd w:val="clear" w:color="auto" w:fill="DFD8E8" w:themeFill="accent4" w:themeFillTint="3F"/>
      </w:tcPr>
    </w:tblStylePr>
  </w:style>
  <w:style w:type="table" w:styleId="MediumList1-Accent5">
    <w:name w:val="Medium List 1 Accent 5"/>
    <w:basedOn w:val="TableNormal"/>
    <w:uiPriority w:val="65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4BACC6" w:themeColor="accent5"/>
        <w:bottom w:val="single" w:sz="8" w:space="0" w:color="4BACC6" w:themeColor="accent5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rPr>
        <w:rFonts w:asciiTheme="majorHAnsi" w:eastAsiaTheme="majorEastAsia" w:hAnsiTheme="majorHAnsi" w:cstheme="majorBidi"/>
      </w:rPr>
      <w:tblPr/>
      <w:tcPr>
        <w:tcBorders>
          <w:top w:val="nil"/>
          <w:bottom w:val="single" w:sz="8" w:space="0" w:color="4BACC6" w:themeColor="accent5"/>
        </w:tcBorders>
      </w:tcPr>
    </w:tblStylePr>
    <w:tblStylePr w:type="lastRow">
      <w:rPr>
        <w:b/>
        <w:bCs/>
        <w:color w:val="1F497D" w:themeColor="text2"/>
      </w:rPr>
      <w:tblPr/>
      <w:tcPr>
        <w:tcBorders>
          <w:top w:val="single" w:sz="8" w:space="0" w:color="4BACC6" w:themeColor="accent5"/>
          <w:bottom w:val="single" w:sz="8" w:space="0" w:color="4BACC6" w:themeColor="accent5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  <w:tblPr/>
      <w:tcPr>
        <w:tcBorders>
          <w:top w:val="single" w:sz="8" w:space="0" w:color="4BACC6" w:themeColor="accent5"/>
          <w:bottom w:val="single" w:sz="8" w:space="0" w:color="4BACC6" w:themeColor="accent5"/>
        </w:tcBorders>
      </w:tcPr>
    </w:tblStylePr>
    <w:tblStylePr w:type="band1Vert">
      <w:tblPr/>
      <w:tcPr>
        <w:shd w:val="clear" w:color="auto" w:fill="D2EAF1" w:themeFill="accent5" w:themeFillTint="3F"/>
      </w:tcPr>
    </w:tblStylePr>
    <w:tblStylePr w:type="band1Horz">
      <w:tblPr/>
      <w:tcPr>
        <w:shd w:val="clear" w:color="auto" w:fill="D2EAF1" w:themeFill="accent5" w:themeFillTint="3F"/>
      </w:tcPr>
    </w:tblStylePr>
  </w:style>
  <w:style w:type="table" w:styleId="MediumList1-Accent6">
    <w:name w:val="Medium List 1 Accent 6"/>
    <w:basedOn w:val="TableNormal"/>
    <w:uiPriority w:val="65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F79646" w:themeColor="accent6"/>
        <w:bottom w:val="single" w:sz="8" w:space="0" w:color="F79646" w:themeColor="accent6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rPr>
        <w:rFonts w:asciiTheme="majorHAnsi" w:eastAsiaTheme="majorEastAsia" w:hAnsiTheme="majorHAnsi" w:cstheme="majorBidi"/>
      </w:rPr>
      <w:tblPr/>
      <w:tcPr>
        <w:tcBorders>
          <w:top w:val="nil"/>
          <w:bottom w:val="single" w:sz="8" w:space="0" w:color="F79646" w:themeColor="accent6"/>
        </w:tcBorders>
      </w:tcPr>
    </w:tblStylePr>
    <w:tblStylePr w:type="lastRow">
      <w:rPr>
        <w:b/>
        <w:bCs/>
        <w:color w:val="1F497D" w:themeColor="text2"/>
      </w:rPr>
      <w:tblPr/>
      <w:tcPr>
        <w:tcBorders>
          <w:top w:val="single" w:sz="8" w:space="0" w:color="F79646" w:themeColor="accent6"/>
          <w:bottom w:val="single" w:sz="8" w:space="0" w:color="F79646" w:themeColor="accent6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  <w:tblPr/>
      <w:tcPr>
        <w:tcBorders>
          <w:top w:val="single" w:sz="8" w:space="0" w:color="F79646" w:themeColor="accent6"/>
          <w:bottom w:val="single" w:sz="8" w:space="0" w:color="F79646" w:themeColor="accent6"/>
        </w:tcBorders>
      </w:tcPr>
    </w:tblStylePr>
    <w:tblStylePr w:type="band1Vert">
      <w:tblPr/>
      <w:tcPr>
        <w:shd w:val="clear" w:color="auto" w:fill="FDE4D0" w:themeFill="accent6" w:themeFillTint="3F"/>
      </w:tcPr>
    </w:tblStylePr>
    <w:tblStylePr w:type="band1Horz">
      <w:tblPr/>
      <w:tcPr>
        <w:shd w:val="clear" w:color="auto" w:fill="FDE4D0" w:themeFill="accent6" w:themeFillTint="3F"/>
      </w:tcPr>
    </w:tblStylePr>
  </w:style>
  <w:style w:type="table" w:styleId="MediumList2">
    <w:name w:val="Medium List 2"/>
    <w:basedOn w:val="TableNormal"/>
    <w:uiPriority w:val="66"/>
    <w:rsid w:val="00CB0664"/>
    <w:pPr>
      <w:spacing w:after="0" w:line="240" w:lineRule="auto"/>
    </w:pPr>
    <w:rPr>
      <w:rFonts w:asciiTheme="majorHAnsi" w:eastAsiaTheme="majorEastAsia" w:hAnsiTheme="majorHAnsi" w:cstheme="majorBidi"/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000000" w:themeColor="text1"/>
        <w:left w:val="single" w:sz="8" w:space="0" w:color="000000" w:themeColor="text1"/>
        <w:bottom w:val="single" w:sz="8" w:space="0" w:color="000000" w:themeColor="text1"/>
        <w:right w:val="single" w:sz="8" w:space="0" w:color="000000" w:themeColor="text1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rPr>
        <w:sz w:val="24"/>
        <w:szCs w:val="24"/>
      </w:rPr>
      <w:tblPr/>
      <w:tcPr>
        <w:tcBorders>
          <w:top w:val="nil"/>
          <w:left w:val="nil"/>
          <w:bottom w:val="single" w:sz="24" w:space="0" w:color="000000" w:themeColor="text1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Row">
      <w:tblPr/>
      <w:tcPr>
        <w:tcBorders>
          <w:top w:val="single" w:sz="8" w:space="0" w:color="000000" w:themeColor="text1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tblPr/>
      <w:tcPr>
        <w:tcBorders>
          <w:top w:val="nil"/>
          <w:left w:val="nil"/>
          <w:bottom w:val="nil"/>
          <w:right w:val="single" w:sz="8" w:space="0" w:color="000000" w:themeColor="text1"/>
          <w:insideH w:val="nil"/>
          <w:insideV w:val="nil"/>
        </w:tcBorders>
        <w:shd w:val="clear" w:color="auto" w:fill="FFFFFF" w:themeFill="background1"/>
      </w:tcPr>
    </w:tblStylePr>
    <w:tblStylePr w:type="lastCol">
      <w:tblPr/>
      <w:tcPr>
        <w:tcBorders>
          <w:top w:val="nil"/>
          <w:left w:val="single" w:sz="8" w:space="0" w:color="000000" w:themeColor="text1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C0C0C0" w:themeFill="text1" w:themeFillTint="3F"/>
      </w:tcPr>
    </w:tblStylePr>
    <w:tblStylePr w:type="band1Horz">
      <w:tblPr/>
      <w:tcPr>
        <w:tcBorders>
          <w:top w:val="nil"/>
          <w:bottom w:val="nil"/>
          <w:insideH w:val="nil"/>
          <w:insideV w:val="nil"/>
        </w:tcBorders>
        <w:shd w:val="clear" w:color="auto" w:fill="C0C0C0" w:themeFill="text1" w:themeFillTint="3F"/>
      </w:tcPr>
    </w:tblStylePr>
    <w:tblStylePr w:type="nwCell">
      <w:tblPr/>
      <w:tcPr>
        <w:shd w:val="clear" w:color="auto" w:fill="FFFFFF" w:themeFill="background1"/>
      </w:tcPr>
    </w:tblStylePr>
    <w:tblStylePr w:type="swCell">
      <w:tblPr/>
      <w:tcPr>
        <w:tcBorders>
          <w:top w:val="nil"/>
        </w:tcBorders>
      </w:tcPr>
    </w:tblStylePr>
  </w:style>
  <w:style w:type="table" w:styleId="MediumList2-Accent1">
    <w:name w:val="Medium List 2 Accent 1"/>
    <w:basedOn w:val="TableNormal"/>
    <w:uiPriority w:val="66"/>
    <w:rsid w:val="00CB0664"/>
    <w:pPr>
      <w:spacing w:after="0" w:line="240" w:lineRule="auto"/>
    </w:pPr>
    <w:rPr>
      <w:rFonts w:asciiTheme="majorHAnsi" w:eastAsiaTheme="majorEastAsia" w:hAnsiTheme="majorHAnsi" w:cstheme="majorBidi"/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4F81BD" w:themeColor="accent1"/>
        <w:left w:val="single" w:sz="8" w:space="0" w:color="4F81BD" w:themeColor="accent1"/>
        <w:bottom w:val="single" w:sz="8" w:space="0" w:color="4F81BD" w:themeColor="accent1"/>
        <w:right w:val="single" w:sz="8" w:space="0" w:color="4F81BD" w:themeColor="accent1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rPr>
        <w:sz w:val="24"/>
        <w:szCs w:val="24"/>
      </w:rPr>
      <w:tblPr/>
      <w:tcPr>
        <w:tcBorders>
          <w:top w:val="nil"/>
          <w:left w:val="nil"/>
          <w:bottom w:val="single" w:sz="24" w:space="0" w:color="4F81BD" w:themeColor="accent1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Row">
      <w:tblPr/>
      <w:tcPr>
        <w:tcBorders>
          <w:top w:val="single" w:sz="8" w:space="0" w:color="4F81BD" w:themeColor="accent1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tblPr/>
      <w:tcPr>
        <w:tcBorders>
          <w:top w:val="nil"/>
          <w:left w:val="nil"/>
          <w:bottom w:val="nil"/>
          <w:right w:val="single" w:sz="8" w:space="0" w:color="4F81BD" w:themeColor="accent1"/>
          <w:insideH w:val="nil"/>
          <w:insideV w:val="nil"/>
        </w:tcBorders>
        <w:shd w:val="clear" w:color="auto" w:fill="FFFFFF" w:themeFill="background1"/>
      </w:tcPr>
    </w:tblStylePr>
    <w:tblStylePr w:type="lastCol">
      <w:tblPr/>
      <w:tcPr>
        <w:tcBorders>
          <w:top w:val="nil"/>
          <w:left w:val="single" w:sz="8" w:space="0" w:color="4F81BD" w:themeColor="accent1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D3DFEE" w:themeFill="accent1" w:themeFillTint="3F"/>
      </w:tcPr>
    </w:tblStylePr>
    <w:tblStylePr w:type="band1Horz">
      <w:tblPr/>
      <w:tcPr>
        <w:tcBorders>
          <w:top w:val="nil"/>
          <w:bottom w:val="nil"/>
          <w:insideH w:val="nil"/>
          <w:insideV w:val="nil"/>
        </w:tcBorders>
        <w:shd w:val="clear" w:color="auto" w:fill="D3DFEE" w:themeFill="accent1" w:themeFillTint="3F"/>
      </w:tcPr>
    </w:tblStylePr>
    <w:tblStylePr w:type="nwCell">
      <w:tblPr/>
      <w:tcPr>
        <w:shd w:val="clear" w:color="auto" w:fill="FFFFFF" w:themeFill="background1"/>
      </w:tcPr>
    </w:tblStylePr>
    <w:tblStylePr w:type="swCell">
      <w:tblPr/>
      <w:tcPr>
        <w:tcBorders>
          <w:top w:val="nil"/>
        </w:tcBorders>
      </w:tcPr>
    </w:tblStylePr>
  </w:style>
  <w:style w:type="table" w:styleId="MediumList2-Accent2">
    <w:name w:val="Medium List 2 Accent 2"/>
    <w:basedOn w:val="TableNormal"/>
    <w:uiPriority w:val="66"/>
    <w:rsid w:val="00CB0664"/>
    <w:pPr>
      <w:spacing w:after="0" w:line="240" w:lineRule="auto"/>
    </w:pPr>
    <w:rPr>
      <w:rFonts w:asciiTheme="majorHAnsi" w:eastAsiaTheme="majorEastAsia" w:hAnsiTheme="majorHAnsi" w:cstheme="majorBidi"/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C0504D" w:themeColor="accent2"/>
        <w:left w:val="single" w:sz="8" w:space="0" w:color="C0504D" w:themeColor="accent2"/>
        <w:bottom w:val="single" w:sz="8" w:space="0" w:color="C0504D" w:themeColor="accent2"/>
        <w:right w:val="single" w:sz="8" w:space="0" w:color="C0504D" w:themeColor="accent2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rPr>
        <w:sz w:val="24"/>
        <w:szCs w:val="24"/>
      </w:rPr>
      <w:tblPr/>
      <w:tcPr>
        <w:tcBorders>
          <w:top w:val="nil"/>
          <w:left w:val="nil"/>
          <w:bottom w:val="single" w:sz="24" w:space="0" w:color="C0504D" w:themeColor="accent2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Row">
      <w:tblPr/>
      <w:tcPr>
        <w:tcBorders>
          <w:top w:val="single" w:sz="8" w:space="0" w:color="C0504D" w:themeColor="accent2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tblPr/>
      <w:tcPr>
        <w:tcBorders>
          <w:top w:val="nil"/>
          <w:left w:val="nil"/>
          <w:bottom w:val="nil"/>
          <w:right w:val="single" w:sz="8" w:space="0" w:color="C0504D" w:themeColor="accent2"/>
          <w:insideH w:val="nil"/>
          <w:insideV w:val="nil"/>
        </w:tcBorders>
        <w:shd w:val="clear" w:color="auto" w:fill="FFFFFF" w:themeFill="background1"/>
      </w:tcPr>
    </w:tblStylePr>
    <w:tblStylePr w:type="lastCol">
      <w:tblPr/>
      <w:tcPr>
        <w:tcBorders>
          <w:top w:val="nil"/>
          <w:left w:val="single" w:sz="8" w:space="0" w:color="C0504D" w:themeColor="accent2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EFD3D2" w:themeFill="accent2" w:themeFillTint="3F"/>
      </w:tcPr>
    </w:tblStylePr>
    <w:tblStylePr w:type="band1Horz">
      <w:tblPr/>
      <w:tcPr>
        <w:tcBorders>
          <w:top w:val="nil"/>
          <w:bottom w:val="nil"/>
          <w:insideH w:val="nil"/>
          <w:insideV w:val="nil"/>
        </w:tcBorders>
        <w:shd w:val="clear" w:color="auto" w:fill="EFD3D2" w:themeFill="accent2" w:themeFillTint="3F"/>
      </w:tcPr>
    </w:tblStylePr>
    <w:tblStylePr w:type="nwCell">
      <w:tblPr/>
      <w:tcPr>
        <w:shd w:val="clear" w:color="auto" w:fill="FFFFFF" w:themeFill="background1"/>
      </w:tcPr>
    </w:tblStylePr>
    <w:tblStylePr w:type="swCell">
      <w:tblPr/>
      <w:tcPr>
        <w:tcBorders>
          <w:top w:val="nil"/>
        </w:tcBorders>
      </w:tcPr>
    </w:tblStylePr>
  </w:style>
  <w:style w:type="table" w:styleId="MediumList2-Accent3">
    <w:name w:val="Medium List 2 Accent 3"/>
    <w:basedOn w:val="TableNormal"/>
    <w:uiPriority w:val="66"/>
    <w:rsid w:val="00CB0664"/>
    <w:pPr>
      <w:spacing w:after="0" w:line="240" w:lineRule="auto"/>
    </w:pPr>
    <w:rPr>
      <w:rFonts w:asciiTheme="majorHAnsi" w:eastAsiaTheme="majorEastAsia" w:hAnsiTheme="majorHAnsi" w:cstheme="majorBidi"/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9BBB59" w:themeColor="accent3"/>
        <w:left w:val="single" w:sz="8" w:space="0" w:color="9BBB59" w:themeColor="accent3"/>
        <w:bottom w:val="single" w:sz="8" w:space="0" w:color="9BBB59" w:themeColor="accent3"/>
        <w:right w:val="single" w:sz="8" w:space="0" w:color="9BBB59" w:themeColor="accent3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rPr>
        <w:sz w:val="24"/>
        <w:szCs w:val="24"/>
      </w:rPr>
      <w:tblPr/>
      <w:tcPr>
        <w:tcBorders>
          <w:top w:val="nil"/>
          <w:left w:val="nil"/>
          <w:bottom w:val="single" w:sz="24" w:space="0" w:color="9BBB59" w:themeColor="accent3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Row">
      <w:tblPr/>
      <w:tcPr>
        <w:tcBorders>
          <w:top w:val="single" w:sz="8" w:space="0" w:color="9BBB59" w:themeColor="accent3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tblPr/>
      <w:tcPr>
        <w:tcBorders>
          <w:top w:val="nil"/>
          <w:left w:val="nil"/>
          <w:bottom w:val="nil"/>
          <w:right w:val="single" w:sz="8" w:space="0" w:color="9BBB59" w:themeColor="accent3"/>
          <w:insideH w:val="nil"/>
          <w:insideV w:val="nil"/>
        </w:tcBorders>
        <w:shd w:val="clear" w:color="auto" w:fill="FFFFFF" w:themeFill="background1"/>
      </w:tcPr>
    </w:tblStylePr>
    <w:tblStylePr w:type="lastCol">
      <w:tblPr/>
      <w:tcPr>
        <w:tcBorders>
          <w:top w:val="nil"/>
          <w:left w:val="single" w:sz="8" w:space="0" w:color="9BBB59" w:themeColor="accent3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E6EED5" w:themeFill="accent3" w:themeFillTint="3F"/>
      </w:tcPr>
    </w:tblStylePr>
    <w:tblStylePr w:type="band1Horz">
      <w:tblPr/>
      <w:tcPr>
        <w:tcBorders>
          <w:top w:val="nil"/>
          <w:bottom w:val="nil"/>
          <w:insideH w:val="nil"/>
          <w:insideV w:val="nil"/>
        </w:tcBorders>
        <w:shd w:val="clear" w:color="auto" w:fill="E6EED5" w:themeFill="accent3" w:themeFillTint="3F"/>
      </w:tcPr>
    </w:tblStylePr>
    <w:tblStylePr w:type="nwCell">
      <w:tblPr/>
      <w:tcPr>
        <w:shd w:val="clear" w:color="auto" w:fill="FFFFFF" w:themeFill="background1"/>
      </w:tcPr>
    </w:tblStylePr>
    <w:tblStylePr w:type="swCell">
      <w:tblPr/>
      <w:tcPr>
        <w:tcBorders>
          <w:top w:val="nil"/>
        </w:tcBorders>
      </w:tcPr>
    </w:tblStylePr>
  </w:style>
  <w:style w:type="table" w:styleId="MediumList2-Accent4">
    <w:name w:val="Medium List 2 Accent 4"/>
    <w:basedOn w:val="TableNormal"/>
    <w:uiPriority w:val="66"/>
    <w:rsid w:val="00CB0664"/>
    <w:pPr>
      <w:spacing w:after="0" w:line="240" w:lineRule="auto"/>
    </w:pPr>
    <w:rPr>
      <w:rFonts w:asciiTheme="majorHAnsi" w:eastAsiaTheme="majorEastAsia" w:hAnsiTheme="majorHAnsi" w:cstheme="majorBidi"/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8064A2" w:themeColor="accent4"/>
        <w:left w:val="single" w:sz="8" w:space="0" w:color="8064A2" w:themeColor="accent4"/>
        <w:bottom w:val="single" w:sz="8" w:space="0" w:color="8064A2" w:themeColor="accent4"/>
        <w:right w:val="single" w:sz="8" w:space="0" w:color="8064A2" w:themeColor="accent4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rPr>
        <w:sz w:val="24"/>
        <w:szCs w:val="24"/>
      </w:rPr>
      <w:tblPr/>
      <w:tcPr>
        <w:tcBorders>
          <w:top w:val="nil"/>
          <w:left w:val="nil"/>
          <w:bottom w:val="single" w:sz="24" w:space="0" w:color="8064A2" w:themeColor="accent4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Row">
      <w:tblPr/>
      <w:tcPr>
        <w:tcBorders>
          <w:top w:val="single" w:sz="8" w:space="0" w:color="8064A2" w:themeColor="accent4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tblPr/>
      <w:tcPr>
        <w:tcBorders>
          <w:top w:val="nil"/>
          <w:left w:val="nil"/>
          <w:bottom w:val="nil"/>
          <w:right w:val="single" w:sz="8" w:space="0" w:color="8064A2" w:themeColor="accent4"/>
          <w:insideH w:val="nil"/>
          <w:insideV w:val="nil"/>
        </w:tcBorders>
        <w:shd w:val="clear" w:color="auto" w:fill="FFFFFF" w:themeFill="background1"/>
      </w:tcPr>
    </w:tblStylePr>
    <w:tblStylePr w:type="lastCol">
      <w:tblPr/>
      <w:tcPr>
        <w:tcBorders>
          <w:top w:val="nil"/>
          <w:left w:val="single" w:sz="8" w:space="0" w:color="8064A2" w:themeColor="accent4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DFD8E8" w:themeFill="accent4" w:themeFillTint="3F"/>
      </w:tcPr>
    </w:tblStylePr>
    <w:tblStylePr w:type="band1Horz">
      <w:tblPr/>
      <w:tcPr>
        <w:tcBorders>
          <w:top w:val="nil"/>
          <w:bottom w:val="nil"/>
          <w:insideH w:val="nil"/>
          <w:insideV w:val="nil"/>
        </w:tcBorders>
        <w:shd w:val="clear" w:color="auto" w:fill="DFD8E8" w:themeFill="accent4" w:themeFillTint="3F"/>
      </w:tcPr>
    </w:tblStylePr>
    <w:tblStylePr w:type="nwCell">
      <w:tblPr/>
      <w:tcPr>
        <w:shd w:val="clear" w:color="auto" w:fill="FFFFFF" w:themeFill="background1"/>
      </w:tcPr>
    </w:tblStylePr>
    <w:tblStylePr w:type="swCell">
      <w:tblPr/>
      <w:tcPr>
        <w:tcBorders>
          <w:top w:val="nil"/>
        </w:tcBorders>
      </w:tcPr>
    </w:tblStylePr>
  </w:style>
  <w:style w:type="table" w:styleId="MediumList2-Accent5">
    <w:name w:val="Medium List 2 Accent 5"/>
    <w:basedOn w:val="TableNormal"/>
    <w:uiPriority w:val="66"/>
    <w:rsid w:val="00CB0664"/>
    <w:pPr>
      <w:spacing w:after="0" w:line="240" w:lineRule="auto"/>
    </w:pPr>
    <w:rPr>
      <w:rFonts w:asciiTheme="majorHAnsi" w:eastAsiaTheme="majorEastAsia" w:hAnsiTheme="majorHAnsi" w:cstheme="majorBidi"/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4BACC6" w:themeColor="accent5"/>
        <w:left w:val="single" w:sz="8" w:space="0" w:color="4BACC6" w:themeColor="accent5"/>
        <w:bottom w:val="single" w:sz="8" w:space="0" w:color="4BACC6" w:themeColor="accent5"/>
        <w:right w:val="single" w:sz="8" w:space="0" w:color="4BACC6" w:themeColor="accent5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rPr>
        <w:sz w:val="24"/>
        <w:szCs w:val="24"/>
      </w:rPr>
      <w:tblPr/>
      <w:tcPr>
        <w:tcBorders>
          <w:top w:val="nil"/>
          <w:left w:val="nil"/>
          <w:bottom w:val="single" w:sz="24" w:space="0" w:color="4BACC6" w:themeColor="accent5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Row">
      <w:tblPr/>
      <w:tcPr>
        <w:tcBorders>
          <w:top w:val="single" w:sz="8" w:space="0" w:color="4BACC6" w:themeColor="accent5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tblPr/>
      <w:tcPr>
        <w:tcBorders>
          <w:top w:val="nil"/>
          <w:left w:val="nil"/>
          <w:bottom w:val="nil"/>
          <w:right w:val="single" w:sz="8" w:space="0" w:color="4BACC6" w:themeColor="accent5"/>
          <w:insideH w:val="nil"/>
          <w:insideV w:val="nil"/>
        </w:tcBorders>
        <w:shd w:val="clear" w:color="auto" w:fill="FFFFFF" w:themeFill="background1"/>
      </w:tcPr>
    </w:tblStylePr>
    <w:tblStylePr w:type="lastCol">
      <w:tblPr/>
      <w:tcPr>
        <w:tcBorders>
          <w:top w:val="nil"/>
          <w:left w:val="single" w:sz="8" w:space="0" w:color="4BACC6" w:themeColor="accent5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D2EAF1" w:themeFill="accent5" w:themeFillTint="3F"/>
      </w:tcPr>
    </w:tblStylePr>
    <w:tblStylePr w:type="band1Horz">
      <w:tblPr/>
      <w:tcPr>
        <w:tcBorders>
          <w:top w:val="nil"/>
          <w:bottom w:val="nil"/>
          <w:insideH w:val="nil"/>
          <w:insideV w:val="nil"/>
        </w:tcBorders>
        <w:shd w:val="clear" w:color="auto" w:fill="D2EAF1" w:themeFill="accent5" w:themeFillTint="3F"/>
      </w:tcPr>
    </w:tblStylePr>
    <w:tblStylePr w:type="nwCell">
      <w:tblPr/>
      <w:tcPr>
        <w:shd w:val="clear" w:color="auto" w:fill="FFFFFF" w:themeFill="background1"/>
      </w:tcPr>
    </w:tblStylePr>
    <w:tblStylePr w:type="swCell">
      <w:tblPr/>
      <w:tcPr>
        <w:tcBorders>
          <w:top w:val="nil"/>
        </w:tcBorders>
      </w:tcPr>
    </w:tblStylePr>
  </w:style>
  <w:style w:type="table" w:styleId="MediumList2-Accent6">
    <w:name w:val="Medium List 2 Accent 6"/>
    <w:basedOn w:val="TableNormal"/>
    <w:uiPriority w:val="66"/>
    <w:rsid w:val="00CB0664"/>
    <w:pPr>
      <w:spacing w:after="0" w:line="240" w:lineRule="auto"/>
    </w:pPr>
    <w:rPr>
      <w:rFonts w:asciiTheme="majorHAnsi" w:eastAsiaTheme="majorEastAsia" w:hAnsiTheme="majorHAnsi" w:cstheme="majorBidi"/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F79646" w:themeColor="accent6"/>
        <w:left w:val="single" w:sz="8" w:space="0" w:color="F79646" w:themeColor="accent6"/>
        <w:bottom w:val="single" w:sz="8" w:space="0" w:color="F79646" w:themeColor="accent6"/>
        <w:right w:val="single" w:sz="8" w:space="0" w:color="F79646" w:themeColor="accent6"/>
      </w:tblBorders>
      <w:tblCellMar>
        <w:top w:w="0" w:type="dxa"/>
        <w:left w:w="108" w:type="dxa"/>
        <w:bottom w:w="0" w:type="dxa"/>
        <w:right w:w="108" w:type="dxa"/>
      </w:tblCellMar>
    </w:tblPr>
    <w:tblStylePr w:type="firstRow">
      <w:rPr>
        <w:sz w:val="24"/>
        <w:szCs w:val="24"/>
      </w:rPr>
      <w:tblPr/>
      <w:tcPr>
        <w:tcBorders>
          <w:top w:val="nil"/>
          <w:left w:val="nil"/>
          <w:bottom w:val="single" w:sz="24" w:space="0" w:color="F79646" w:themeColor="accent6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Row">
      <w:tblPr/>
      <w:tcPr>
        <w:tcBorders>
          <w:top w:val="single" w:sz="8" w:space="0" w:color="F79646" w:themeColor="accent6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tblPr/>
      <w:tcPr>
        <w:tcBorders>
          <w:top w:val="nil"/>
          <w:left w:val="nil"/>
          <w:bottom w:val="nil"/>
          <w:right w:val="single" w:sz="8" w:space="0" w:color="F79646" w:themeColor="accent6"/>
          <w:insideH w:val="nil"/>
          <w:insideV w:val="nil"/>
        </w:tcBorders>
        <w:shd w:val="clear" w:color="auto" w:fill="FFFFFF" w:themeFill="background1"/>
      </w:tcPr>
    </w:tblStylePr>
    <w:tblStylePr w:type="lastCol">
      <w:tblPr/>
      <w:tcPr>
        <w:tcBorders>
          <w:top w:val="nil"/>
          <w:left w:val="single" w:sz="8" w:space="0" w:color="F79646" w:themeColor="accent6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band1Vert">
      <w:tblPr/>
      <w:tcPr>
        <w:tcBorders>
          <w:left w:val="nil"/>
          <w:right w:val="nil"/>
          <w:insideH w:val="nil"/>
          <w:insideV w:val="nil"/>
        </w:tcBorders>
        <w:shd w:val="clear" w:color="auto" w:fill="FDE4D0" w:themeFill="accent6" w:themeFillTint="3F"/>
      </w:tcPr>
    </w:tblStylePr>
    <w:tblStylePr w:type="band1Horz">
      <w:tblPr/>
      <w:tcPr>
        <w:tcBorders>
          <w:top w:val="nil"/>
          <w:bottom w:val="nil"/>
          <w:insideH w:val="nil"/>
          <w:insideV w:val="nil"/>
        </w:tcBorders>
        <w:shd w:val="clear" w:color="auto" w:fill="FDE4D0" w:themeFill="accent6" w:themeFillTint="3F"/>
      </w:tcPr>
    </w:tblStylePr>
    <w:tblStylePr w:type="nwCell">
      <w:tblPr/>
      <w:tcPr>
        <w:shd w:val="clear" w:color="auto" w:fill="FFFFFF" w:themeFill="background1"/>
      </w:tcPr>
    </w:tblStylePr>
    <w:tblStylePr w:type="swCell">
      <w:tblPr/>
      <w:tcPr>
        <w:tcBorders>
          <w:top w:val="nil"/>
        </w:tcBorders>
      </w:tcPr>
    </w:tblStylePr>
  </w:style>
  <w:style w:type="table" w:styleId="MediumGrid1">
    <w:name w:val="Medium Grid 1"/>
    <w:basedOn w:val="TableNormal"/>
    <w:uiPriority w:val="67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404040" w:themeColor="text1" w:themeTint="BF"/>
        <w:left w:val="single" w:sz="8" w:space="0" w:color="404040" w:themeColor="text1" w:themeTint="BF"/>
        <w:bottom w:val="single" w:sz="8" w:space="0" w:color="404040" w:themeColor="text1" w:themeTint="BF"/>
        <w:right w:val="single" w:sz="8" w:space="0" w:color="404040" w:themeColor="text1" w:themeTint="BF"/>
        <w:insideH w:val="single" w:sz="8" w:space="0" w:color="404040" w:themeColor="text1" w:themeTint="BF"/>
        <w:insideV w:val="single" w:sz="8" w:space="0" w:color="404040" w:themeColor="text1" w:themeTint="BF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C0C0C0" w:themeFill="text1" w:themeFillTint="3F"/>
    </w:tcPr>
    <w:tblStylePr w:type="firstRow">
      <w:rPr>
        <w:b/>
        <w:bCs/>
      </w:rPr>
    </w:tblStylePr>
    <w:tblStylePr w:type="lastRow">
      <w:rPr>
        <w:b/>
        <w:bCs/>
      </w:rPr>
      <w:tblPr/>
      <w:tcPr>
        <w:tcBorders>
          <w:top w:val="single" w:sz="18" w:space="0" w:color="404040" w:themeColor="text1" w:themeTint="BF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shd w:val="clear" w:color="auto" w:fill="808080" w:themeFill="text1" w:themeFillTint="7F"/>
      </w:tcPr>
    </w:tblStylePr>
    <w:tblStylePr w:type="band1Horz">
      <w:tblPr/>
      <w:tcPr>
        <w:shd w:val="clear" w:color="auto" w:fill="808080" w:themeFill="text1" w:themeFillTint="7F"/>
      </w:tcPr>
    </w:tblStylePr>
  </w:style>
  <w:style w:type="table" w:styleId="MediumGrid1-Accent1">
    <w:name w:val="Medium Grid 1 Accent 1"/>
    <w:basedOn w:val="TableNormal"/>
    <w:uiPriority w:val="67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7BA0CD" w:themeColor="accent1" w:themeTint="BF"/>
        <w:left w:val="single" w:sz="8" w:space="0" w:color="7BA0CD" w:themeColor="accent1" w:themeTint="BF"/>
        <w:bottom w:val="single" w:sz="8" w:space="0" w:color="7BA0CD" w:themeColor="accent1" w:themeTint="BF"/>
        <w:right w:val="single" w:sz="8" w:space="0" w:color="7BA0CD" w:themeColor="accent1" w:themeTint="BF"/>
        <w:insideH w:val="single" w:sz="8" w:space="0" w:color="7BA0CD" w:themeColor="accent1" w:themeTint="BF"/>
        <w:insideV w:val="single" w:sz="8" w:space="0" w:color="7BA0CD" w:themeColor="accent1" w:themeTint="BF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D3DFEE" w:themeFill="accent1" w:themeFillTint="3F"/>
    </w:tcPr>
    <w:tblStylePr w:type="firstRow">
      <w:rPr>
        <w:b/>
        <w:bCs/>
      </w:rPr>
    </w:tblStylePr>
    <w:tblStylePr w:type="lastRow">
      <w:rPr>
        <w:b/>
        <w:bCs/>
      </w:rPr>
      <w:tblPr/>
      <w:tcPr>
        <w:tcBorders>
          <w:top w:val="single" w:sz="18" w:space="0" w:color="7BA0CD" w:themeColor="accent1" w:themeTint="BF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shd w:val="clear" w:color="auto" w:fill="A7BFDE" w:themeFill="accent1" w:themeFillTint="7F"/>
      </w:tcPr>
    </w:tblStylePr>
    <w:tblStylePr w:type="band1Horz">
      <w:tblPr/>
      <w:tcPr>
        <w:shd w:val="clear" w:color="auto" w:fill="A7BFDE" w:themeFill="accent1" w:themeFillTint="7F"/>
      </w:tcPr>
    </w:tblStylePr>
  </w:style>
  <w:style w:type="table" w:styleId="MediumGrid1-Accent2">
    <w:name w:val="Medium Grid 1 Accent 2"/>
    <w:basedOn w:val="TableNormal"/>
    <w:uiPriority w:val="67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CF7B79" w:themeColor="accent2" w:themeTint="BF"/>
        <w:left w:val="single" w:sz="8" w:space="0" w:color="CF7B79" w:themeColor="accent2" w:themeTint="BF"/>
        <w:bottom w:val="single" w:sz="8" w:space="0" w:color="CF7B79" w:themeColor="accent2" w:themeTint="BF"/>
        <w:right w:val="single" w:sz="8" w:space="0" w:color="CF7B79" w:themeColor="accent2" w:themeTint="BF"/>
        <w:insideH w:val="single" w:sz="8" w:space="0" w:color="CF7B79" w:themeColor="accent2" w:themeTint="BF"/>
        <w:insideV w:val="single" w:sz="8" w:space="0" w:color="CF7B79" w:themeColor="accent2" w:themeTint="BF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EFD3D2" w:themeFill="accent2" w:themeFillTint="3F"/>
    </w:tcPr>
    <w:tblStylePr w:type="firstRow">
      <w:rPr>
        <w:b/>
        <w:bCs/>
      </w:rPr>
    </w:tblStylePr>
    <w:tblStylePr w:type="lastRow">
      <w:rPr>
        <w:b/>
        <w:bCs/>
      </w:rPr>
      <w:tblPr/>
      <w:tcPr>
        <w:tcBorders>
          <w:top w:val="single" w:sz="18" w:space="0" w:color="CF7B79" w:themeColor="accent2" w:themeTint="BF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shd w:val="clear" w:color="auto" w:fill="DFA7A6" w:themeFill="accent2" w:themeFillTint="7F"/>
      </w:tcPr>
    </w:tblStylePr>
    <w:tblStylePr w:type="band1Horz">
      <w:tblPr/>
      <w:tcPr>
        <w:shd w:val="clear" w:color="auto" w:fill="DFA7A6" w:themeFill="accent2" w:themeFillTint="7F"/>
      </w:tcPr>
    </w:tblStylePr>
  </w:style>
  <w:style w:type="table" w:styleId="MediumGrid1-Accent3">
    <w:name w:val="Medium Grid 1 Accent 3"/>
    <w:basedOn w:val="TableNormal"/>
    <w:uiPriority w:val="67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B3CC82" w:themeColor="accent3" w:themeTint="BF"/>
        <w:left w:val="single" w:sz="8" w:space="0" w:color="B3CC82" w:themeColor="accent3" w:themeTint="BF"/>
        <w:bottom w:val="single" w:sz="8" w:space="0" w:color="B3CC82" w:themeColor="accent3" w:themeTint="BF"/>
        <w:right w:val="single" w:sz="8" w:space="0" w:color="B3CC82" w:themeColor="accent3" w:themeTint="BF"/>
        <w:insideH w:val="single" w:sz="8" w:space="0" w:color="B3CC82" w:themeColor="accent3" w:themeTint="BF"/>
        <w:insideV w:val="single" w:sz="8" w:space="0" w:color="B3CC82" w:themeColor="accent3" w:themeTint="BF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E6EED5" w:themeFill="accent3" w:themeFillTint="3F"/>
    </w:tcPr>
    <w:tblStylePr w:type="firstRow">
      <w:rPr>
        <w:b/>
        <w:bCs/>
      </w:rPr>
    </w:tblStylePr>
    <w:tblStylePr w:type="lastRow">
      <w:rPr>
        <w:b/>
        <w:bCs/>
      </w:rPr>
      <w:tblPr/>
      <w:tcPr>
        <w:tcBorders>
          <w:top w:val="single" w:sz="18" w:space="0" w:color="B3CC82" w:themeColor="accent3" w:themeTint="BF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shd w:val="clear" w:color="auto" w:fill="CDDDAC" w:themeFill="accent3" w:themeFillTint="7F"/>
      </w:tcPr>
    </w:tblStylePr>
    <w:tblStylePr w:type="band1Horz">
      <w:tblPr/>
      <w:tcPr>
        <w:shd w:val="clear" w:color="auto" w:fill="CDDDAC" w:themeFill="accent3" w:themeFillTint="7F"/>
      </w:tcPr>
    </w:tblStylePr>
  </w:style>
  <w:style w:type="table" w:styleId="MediumGrid1-Accent4">
    <w:name w:val="Medium Grid 1 Accent 4"/>
    <w:basedOn w:val="TableNormal"/>
    <w:uiPriority w:val="67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9F8AB9" w:themeColor="accent4" w:themeTint="BF"/>
        <w:left w:val="single" w:sz="8" w:space="0" w:color="9F8AB9" w:themeColor="accent4" w:themeTint="BF"/>
        <w:bottom w:val="single" w:sz="8" w:space="0" w:color="9F8AB9" w:themeColor="accent4" w:themeTint="BF"/>
        <w:right w:val="single" w:sz="8" w:space="0" w:color="9F8AB9" w:themeColor="accent4" w:themeTint="BF"/>
        <w:insideH w:val="single" w:sz="8" w:space="0" w:color="9F8AB9" w:themeColor="accent4" w:themeTint="BF"/>
        <w:insideV w:val="single" w:sz="8" w:space="0" w:color="9F8AB9" w:themeColor="accent4" w:themeTint="BF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DFD8E8" w:themeFill="accent4" w:themeFillTint="3F"/>
    </w:tcPr>
    <w:tblStylePr w:type="firstRow">
      <w:rPr>
        <w:b/>
        <w:bCs/>
      </w:rPr>
    </w:tblStylePr>
    <w:tblStylePr w:type="lastRow">
      <w:rPr>
        <w:b/>
        <w:bCs/>
      </w:rPr>
      <w:tblPr/>
      <w:tcPr>
        <w:tcBorders>
          <w:top w:val="single" w:sz="18" w:space="0" w:color="9F8AB9" w:themeColor="accent4" w:themeTint="BF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shd w:val="clear" w:color="auto" w:fill="BFB1D0" w:themeFill="accent4" w:themeFillTint="7F"/>
      </w:tcPr>
    </w:tblStylePr>
    <w:tblStylePr w:type="band1Horz">
      <w:tblPr/>
      <w:tcPr>
        <w:shd w:val="clear" w:color="auto" w:fill="BFB1D0" w:themeFill="accent4" w:themeFillTint="7F"/>
      </w:tcPr>
    </w:tblStylePr>
  </w:style>
  <w:style w:type="table" w:styleId="MediumGrid1-Accent5">
    <w:name w:val="Medium Grid 1 Accent 5"/>
    <w:basedOn w:val="TableNormal"/>
    <w:uiPriority w:val="67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78C0D4" w:themeColor="accent5" w:themeTint="BF"/>
        <w:left w:val="single" w:sz="8" w:space="0" w:color="78C0D4" w:themeColor="accent5" w:themeTint="BF"/>
        <w:bottom w:val="single" w:sz="8" w:space="0" w:color="78C0D4" w:themeColor="accent5" w:themeTint="BF"/>
        <w:right w:val="single" w:sz="8" w:space="0" w:color="78C0D4" w:themeColor="accent5" w:themeTint="BF"/>
        <w:insideH w:val="single" w:sz="8" w:space="0" w:color="78C0D4" w:themeColor="accent5" w:themeTint="BF"/>
        <w:insideV w:val="single" w:sz="8" w:space="0" w:color="78C0D4" w:themeColor="accent5" w:themeTint="BF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D2EAF1" w:themeFill="accent5" w:themeFillTint="3F"/>
    </w:tcPr>
    <w:tblStylePr w:type="firstRow">
      <w:rPr>
        <w:b/>
        <w:bCs/>
      </w:rPr>
    </w:tblStylePr>
    <w:tblStylePr w:type="lastRow">
      <w:rPr>
        <w:b/>
        <w:bCs/>
      </w:rPr>
      <w:tblPr/>
      <w:tcPr>
        <w:tcBorders>
          <w:top w:val="single" w:sz="18" w:space="0" w:color="78C0D4" w:themeColor="accent5" w:themeTint="BF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shd w:val="clear" w:color="auto" w:fill="A5D5E2" w:themeFill="accent5" w:themeFillTint="7F"/>
      </w:tcPr>
    </w:tblStylePr>
    <w:tblStylePr w:type="band1Horz">
      <w:tblPr/>
      <w:tcPr>
        <w:shd w:val="clear" w:color="auto" w:fill="A5D5E2" w:themeFill="accent5" w:themeFillTint="7F"/>
      </w:tcPr>
    </w:tblStylePr>
  </w:style>
  <w:style w:type="table" w:styleId="MediumGrid1-Accent6">
    <w:name w:val="Medium Grid 1 Accent 6"/>
    <w:basedOn w:val="TableNormal"/>
    <w:uiPriority w:val="67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F9B074" w:themeColor="accent6" w:themeTint="BF"/>
        <w:left w:val="single" w:sz="8" w:space="0" w:color="F9B074" w:themeColor="accent6" w:themeTint="BF"/>
        <w:bottom w:val="single" w:sz="8" w:space="0" w:color="F9B074" w:themeColor="accent6" w:themeTint="BF"/>
        <w:right w:val="single" w:sz="8" w:space="0" w:color="F9B074" w:themeColor="accent6" w:themeTint="BF"/>
        <w:insideH w:val="single" w:sz="8" w:space="0" w:color="F9B074" w:themeColor="accent6" w:themeTint="BF"/>
        <w:insideV w:val="single" w:sz="8" w:space="0" w:color="F9B074" w:themeColor="accent6" w:themeTint="BF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FDE4D0" w:themeFill="accent6" w:themeFillTint="3F"/>
    </w:tcPr>
    <w:tblStylePr w:type="firstRow">
      <w:rPr>
        <w:b/>
        <w:bCs/>
      </w:rPr>
    </w:tblStylePr>
    <w:tblStylePr w:type="lastRow">
      <w:rPr>
        <w:b/>
        <w:bCs/>
      </w:rPr>
      <w:tblPr/>
      <w:tcPr>
        <w:tcBorders>
          <w:top w:val="single" w:sz="18" w:space="0" w:color="F9B074" w:themeColor="accent6" w:themeTint="BF"/>
        </w:tcBorders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shd w:val="clear" w:color="auto" w:fill="FBCAA2" w:themeFill="accent6" w:themeFillTint="7F"/>
      </w:tcPr>
    </w:tblStylePr>
    <w:tblStylePr w:type="band1Horz">
      <w:tblPr/>
      <w:tcPr>
        <w:shd w:val="clear" w:color="auto" w:fill="FBCAA2" w:themeFill="accent6" w:themeFillTint="7F"/>
      </w:tcPr>
    </w:tblStylePr>
  </w:style>
  <w:style w:type="table" w:styleId="MediumGrid2">
    <w:name w:val="Medium Grid 2"/>
    <w:basedOn w:val="TableNormal"/>
    <w:uiPriority w:val="68"/>
    <w:rsid w:val="00CB0664"/>
    <w:pPr>
      <w:spacing w:after="0" w:line="240" w:lineRule="auto"/>
    </w:pPr>
    <w:rPr>
      <w:rFonts w:asciiTheme="majorHAnsi" w:eastAsiaTheme="majorEastAsia" w:hAnsiTheme="majorHAnsi" w:cstheme="majorBidi"/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000000" w:themeColor="text1"/>
        <w:left w:val="single" w:sz="8" w:space="0" w:color="000000" w:themeColor="text1"/>
        <w:bottom w:val="single" w:sz="8" w:space="0" w:color="000000" w:themeColor="text1"/>
        <w:right w:val="single" w:sz="8" w:space="0" w:color="000000" w:themeColor="text1"/>
        <w:insideH w:val="single" w:sz="8" w:space="0" w:color="000000" w:themeColor="text1"/>
        <w:insideV w:val="single" w:sz="8" w:space="0" w:color="000000" w:themeColor="text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C0C0C0" w:themeFill="text1" w:themeFillTint="3F"/>
    </w:tcPr>
    <w:tblStylePr w:type="firstRow">
      <w:rPr>
        <w:b/>
        <w:bCs/>
        <w:color w:val="000000" w:themeColor="text1"/>
      </w:rPr>
      <w:tblPr/>
      <w:tcPr>
        <w:shd w:val="clear" w:color="auto" w:fill="E6E6E6" w:themeFill="text1" w:themeFillTint="19"/>
      </w:tcPr>
    </w:tblStylePr>
    <w:tblStylePr w:type="lastRow">
      <w:rPr>
        <w:b/>
        <w:bCs/>
        <w:color w:val="000000" w:themeColor="text1"/>
      </w:rPr>
      <w:tblPr/>
      <w:tcPr>
        <w:tcBorders>
          <w:top w:val="single" w:sz="12" w:space="0" w:color="000000" w:themeColor="text1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rPr>
        <w:b/>
        <w:bCs/>
        <w:color w:val="000000" w:themeColor="text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Col">
      <w:rPr>
        <w:b w:val="0"/>
        <w:bCs w:val="0"/>
        <w:color w:val="000000" w:themeColor="text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CCCCCC" w:themeFill="text1" w:themeFillTint="33"/>
      </w:tcPr>
    </w:tblStylePr>
    <w:tblStylePr w:type="band1Vert">
      <w:tblPr/>
      <w:tcPr>
        <w:shd w:val="clear" w:color="auto" w:fill="808080" w:themeFill="text1" w:themeFillTint="7F"/>
      </w:tcPr>
    </w:tblStylePr>
    <w:tblStylePr w:type="band1Horz">
      <w:tblPr/>
      <w:tcPr>
        <w:tcBorders>
          <w:insideH w:val="single" w:sz="6" w:space="0" w:color="000000" w:themeColor="text1"/>
          <w:insideV w:val="single" w:sz="6" w:space="0" w:color="000000" w:themeColor="text1"/>
        </w:tcBorders>
        <w:shd w:val="clear" w:color="auto" w:fill="808080" w:themeFill="text1" w:themeFillTint="7F"/>
      </w:tcPr>
    </w:tblStylePr>
    <w:tblStylePr w:type="nwCell">
      <w:tblPr/>
      <w:tcPr>
        <w:shd w:val="clear" w:color="auto" w:fill="FFFFFF" w:themeFill="background1"/>
      </w:tcPr>
    </w:tblStylePr>
  </w:style>
  <w:style w:type="table" w:styleId="MediumGrid2-Accent1">
    <w:name w:val="Medium Grid 2 Accent 1"/>
    <w:basedOn w:val="TableNormal"/>
    <w:uiPriority w:val="68"/>
    <w:rsid w:val="00CB0664"/>
    <w:pPr>
      <w:spacing w:after="0" w:line="240" w:lineRule="auto"/>
    </w:pPr>
    <w:rPr>
      <w:rFonts w:asciiTheme="majorHAnsi" w:eastAsiaTheme="majorEastAsia" w:hAnsiTheme="majorHAnsi" w:cstheme="majorBidi"/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4F81BD" w:themeColor="accent1"/>
        <w:left w:val="single" w:sz="8" w:space="0" w:color="4F81BD" w:themeColor="accent1"/>
        <w:bottom w:val="single" w:sz="8" w:space="0" w:color="4F81BD" w:themeColor="accent1"/>
        <w:right w:val="single" w:sz="8" w:space="0" w:color="4F81BD" w:themeColor="accent1"/>
        <w:insideH w:val="single" w:sz="8" w:space="0" w:color="4F81BD" w:themeColor="accent1"/>
        <w:insideV w:val="single" w:sz="8" w:space="0" w:color="4F81BD" w:themeColor="accent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D3DFEE" w:themeFill="accent1" w:themeFillTint="3F"/>
    </w:tcPr>
    <w:tblStylePr w:type="firstRow">
      <w:rPr>
        <w:b/>
        <w:bCs/>
        <w:color w:val="000000" w:themeColor="text1"/>
      </w:rPr>
      <w:tblPr/>
      <w:tcPr>
        <w:shd w:val="clear" w:color="auto" w:fill="EDF2F8" w:themeFill="accent1" w:themeFillTint="19"/>
      </w:tcPr>
    </w:tblStylePr>
    <w:tblStylePr w:type="lastRow">
      <w:rPr>
        <w:b/>
        <w:bCs/>
        <w:color w:val="000000" w:themeColor="text1"/>
      </w:rPr>
      <w:tblPr/>
      <w:tcPr>
        <w:tcBorders>
          <w:top w:val="single" w:sz="12" w:space="0" w:color="000000" w:themeColor="text1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rPr>
        <w:b/>
        <w:bCs/>
        <w:color w:val="000000" w:themeColor="text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Col">
      <w:rPr>
        <w:b w:val="0"/>
        <w:bCs w:val="0"/>
        <w:color w:val="000000" w:themeColor="text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DBE5F1" w:themeFill="accent1" w:themeFillTint="33"/>
      </w:tcPr>
    </w:tblStylePr>
    <w:tblStylePr w:type="band1Vert">
      <w:tblPr/>
      <w:tcPr>
        <w:shd w:val="clear" w:color="auto" w:fill="A7BFDE" w:themeFill="accent1" w:themeFillTint="7F"/>
      </w:tcPr>
    </w:tblStylePr>
    <w:tblStylePr w:type="band1Horz">
      <w:tblPr/>
      <w:tcPr>
        <w:tcBorders>
          <w:insideH w:val="single" w:sz="6" w:space="0" w:color="4F81BD" w:themeColor="accent1"/>
          <w:insideV w:val="single" w:sz="6" w:space="0" w:color="4F81BD" w:themeColor="accent1"/>
        </w:tcBorders>
        <w:shd w:val="clear" w:color="auto" w:fill="A7BFDE" w:themeFill="accent1" w:themeFillTint="7F"/>
      </w:tcPr>
    </w:tblStylePr>
    <w:tblStylePr w:type="nwCell">
      <w:tblPr/>
      <w:tcPr>
        <w:shd w:val="clear" w:color="auto" w:fill="FFFFFF" w:themeFill="background1"/>
      </w:tcPr>
    </w:tblStylePr>
  </w:style>
  <w:style w:type="table" w:styleId="MediumGrid2-Accent2">
    <w:name w:val="Medium Grid 2 Accent 2"/>
    <w:basedOn w:val="TableNormal"/>
    <w:uiPriority w:val="68"/>
    <w:rsid w:val="00CB0664"/>
    <w:pPr>
      <w:spacing w:after="0" w:line="240" w:lineRule="auto"/>
    </w:pPr>
    <w:rPr>
      <w:rFonts w:asciiTheme="majorHAnsi" w:eastAsiaTheme="majorEastAsia" w:hAnsiTheme="majorHAnsi" w:cstheme="majorBidi"/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C0504D" w:themeColor="accent2"/>
        <w:left w:val="single" w:sz="8" w:space="0" w:color="C0504D" w:themeColor="accent2"/>
        <w:bottom w:val="single" w:sz="8" w:space="0" w:color="C0504D" w:themeColor="accent2"/>
        <w:right w:val="single" w:sz="8" w:space="0" w:color="C0504D" w:themeColor="accent2"/>
        <w:insideH w:val="single" w:sz="8" w:space="0" w:color="C0504D" w:themeColor="accent2"/>
        <w:insideV w:val="single" w:sz="8" w:space="0" w:color="C0504D" w:themeColor="accent2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EFD3D2" w:themeFill="accent2" w:themeFillTint="3F"/>
    </w:tcPr>
    <w:tblStylePr w:type="firstRow">
      <w:rPr>
        <w:b/>
        <w:bCs/>
        <w:color w:val="000000" w:themeColor="text1"/>
      </w:rPr>
      <w:tblPr/>
      <w:tcPr>
        <w:shd w:val="clear" w:color="auto" w:fill="F8EDED" w:themeFill="accent2" w:themeFillTint="19"/>
      </w:tcPr>
    </w:tblStylePr>
    <w:tblStylePr w:type="lastRow">
      <w:rPr>
        <w:b/>
        <w:bCs/>
        <w:color w:val="000000" w:themeColor="text1"/>
      </w:rPr>
      <w:tblPr/>
      <w:tcPr>
        <w:tcBorders>
          <w:top w:val="single" w:sz="12" w:space="0" w:color="000000" w:themeColor="text1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rPr>
        <w:b/>
        <w:bCs/>
        <w:color w:val="000000" w:themeColor="text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Col">
      <w:rPr>
        <w:b w:val="0"/>
        <w:bCs w:val="0"/>
        <w:color w:val="000000" w:themeColor="text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F2DBDB" w:themeFill="accent2" w:themeFillTint="33"/>
      </w:tcPr>
    </w:tblStylePr>
    <w:tblStylePr w:type="band1Vert">
      <w:tblPr/>
      <w:tcPr>
        <w:shd w:val="clear" w:color="auto" w:fill="DFA7A6" w:themeFill="accent2" w:themeFillTint="7F"/>
      </w:tcPr>
    </w:tblStylePr>
    <w:tblStylePr w:type="band1Horz">
      <w:tblPr/>
      <w:tcPr>
        <w:tcBorders>
          <w:insideH w:val="single" w:sz="6" w:space="0" w:color="C0504D" w:themeColor="accent2"/>
          <w:insideV w:val="single" w:sz="6" w:space="0" w:color="C0504D" w:themeColor="accent2"/>
        </w:tcBorders>
        <w:shd w:val="clear" w:color="auto" w:fill="DFA7A6" w:themeFill="accent2" w:themeFillTint="7F"/>
      </w:tcPr>
    </w:tblStylePr>
    <w:tblStylePr w:type="nwCell">
      <w:tblPr/>
      <w:tcPr>
        <w:shd w:val="clear" w:color="auto" w:fill="FFFFFF" w:themeFill="background1"/>
      </w:tcPr>
    </w:tblStylePr>
  </w:style>
  <w:style w:type="table" w:styleId="MediumGrid2-Accent3">
    <w:name w:val="Medium Grid 2 Accent 3"/>
    <w:basedOn w:val="TableNormal"/>
    <w:uiPriority w:val="68"/>
    <w:rsid w:val="00CB0664"/>
    <w:pPr>
      <w:spacing w:after="0" w:line="240" w:lineRule="auto"/>
    </w:pPr>
    <w:rPr>
      <w:rFonts w:asciiTheme="majorHAnsi" w:eastAsiaTheme="majorEastAsia" w:hAnsiTheme="majorHAnsi" w:cstheme="majorBidi"/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9BBB59" w:themeColor="accent3"/>
        <w:left w:val="single" w:sz="8" w:space="0" w:color="9BBB59" w:themeColor="accent3"/>
        <w:bottom w:val="single" w:sz="8" w:space="0" w:color="9BBB59" w:themeColor="accent3"/>
        <w:right w:val="single" w:sz="8" w:space="0" w:color="9BBB59" w:themeColor="accent3"/>
        <w:insideH w:val="single" w:sz="8" w:space="0" w:color="9BBB59" w:themeColor="accent3"/>
        <w:insideV w:val="single" w:sz="8" w:space="0" w:color="9BBB59" w:themeColor="accent3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E6EED5" w:themeFill="accent3" w:themeFillTint="3F"/>
    </w:tcPr>
    <w:tblStylePr w:type="firstRow">
      <w:rPr>
        <w:b/>
        <w:bCs/>
        <w:color w:val="000000" w:themeColor="text1"/>
      </w:rPr>
      <w:tblPr/>
      <w:tcPr>
        <w:shd w:val="clear" w:color="auto" w:fill="F5F8EE" w:themeFill="accent3" w:themeFillTint="19"/>
      </w:tcPr>
    </w:tblStylePr>
    <w:tblStylePr w:type="lastRow">
      <w:rPr>
        <w:b/>
        <w:bCs/>
        <w:color w:val="000000" w:themeColor="text1"/>
      </w:rPr>
      <w:tblPr/>
      <w:tcPr>
        <w:tcBorders>
          <w:top w:val="single" w:sz="12" w:space="0" w:color="000000" w:themeColor="text1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rPr>
        <w:b/>
        <w:bCs/>
        <w:color w:val="000000" w:themeColor="text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Col">
      <w:rPr>
        <w:b w:val="0"/>
        <w:bCs w:val="0"/>
        <w:color w:val="000000" w:themeColor="text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EAF1DD" w:themeFill="accent3" w:themeFillTint="33"/>
      </w:tcPr>
    </w:tblStylePr>
    <w:tblStylePr w:type="band1Vert">
      <w:tblPr/>
      <w:tcPr>
        <w:shd w:val="clear" w:color="auto" w:fill="CDDDAC" w:themeFill="accent3" w:themeFillTint="7F"/>
      </w:tcPr>
    </w:tblStylePr>
    <w:tblStylePr w:type="band1Horz">
      <w:tblPr/>
      <w:tcPr>
        <w:tcBorders>
          <w:insideH w:val="single" w:sz="6" w:space="0" w:color="9BBB59" w:themeColor="accent3"/>
          <w:insideV w:val="single" w:sz="6" w:space="0" w:color="9BBB59" w:themeColor="accent3"/>
        </w:tcBorders>
        <w:shd w:val="clear" w:color="auto" w:fill="CDDDAC" w:themeFill="accent3" w:themeFillTint="7F"/>
      </w:tcPr>
    </w:tblStylePr>
    <w:tblStylePr w:type="nwCell">
      <w:tblPr/>
      <w:tcPr>
        <w:shd w:val="clear" w:color="auto" w:fill="FFFFFF" w:themeFill="background1"/>
      </w:tcPr>
    </w:tblStylePr>
  </w:style>
  <w:style w:type="table" w:styleId="MediumGrid2-Accent4">
    <w:name w:val="Medium Grid 2 Accent 4"/>
    <w:basedOn w:val="TableNormal"/>
    <w:uiPriority w:val="68"/>
    <w:rsid w:val="00CB0664"/>
    <w:pPr>
      <w:spacing w:after="0" w:line="240" w:lineRule="auto"/>
    </w:pPr>
    <w:rPr>
      <w:rFonts w:asciiTheme="majorHAnsi" w:eastAsiaTheme="majorEastAsia" w:hAnsiTheme="majorHAnsi" w:cstheme="majorBidi"/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8064A2" w:themeColor="accent4"/>
        <w:left w:val="single" w:sz="8" w:space="0" w:color="8064A2" w:themeColor="accent4"/>
        <w:bottom w:val="single" w:sz="8" w:space="0" w:color="8064A2" w:themeColor="accent4"/>
        <w:right w:val="single" w:sz="8" w:space="0" w:color="8064A2" w:themeColor="accent4"/>
        <w:insideH w:val="single" w:sz="8" w:space="0" w:color="8064A2" w:themeColor="accent4"/>
        <w:insideV w:val="single" w:sz="8" w:space="0" w:color="8064A2" w:themeColor="accent4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DFD8E8" w:themeFill="accent4" w:themeFillTint="3F"/>
    </w:tcPr>
    <w:tblStylePr w:type="firstRow">
      <w:rPr>
        <w:b/>
        <w:bCs/>
        <w:color w:val="000000" w:themeColor="text1"/>
      </w:rPr>
      <w:tblPr/>
      <w:tcPr>
        <w:shd w:val="clear" w:color="auto" w:fill="F2EFF6" w:themeFill="accent4" w:themeFillTint="19"/>
      </w:tcPr>
    </w:tblStylePr>
    <w:tblStylePr w:type="lastRow">
      <w:rPr>
        <w:b/>
        <w:bCs/>
        <w:color w:val="000000" w:themeColor="text1"/>
      </w:rPr>
      <w:tblPr/>
      <w:tcPr>
        <w:tcBorders>
          <w:top w:val="single" w:sz="12" w:space="0" w:color="000000" w:themeColor="text1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rPr>
        <w:b/>
        <w:bCs/>
        <w:color w:val="000000" w:themeColor="text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Col">
      <w:rPr>
        <w:b w:val="0"/>
        <w:bCs w:val="0"/>
        <w:color w:val="000000" w:themeColor="text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E5DFEC" w:themeFill="accent4" w:themeFillTint="33"/>
      </w:tcPr>
    </w:tblStylePr>
    <w:tblStylePr w:type="band1Vert">
      <w:tblPr/>
      <w:tcPr>
        <w:shd w:val="clear" w:color="auto" w:fill="BFB1D0" w:themeFill="accent4" w:themeFillTint="7F"/>
      </w:tcPr>
    </w:tblStylePr>
    <w:tblStylePr w:type="band1Horz">
      <w:tblPr/>
      <w:tcPr>
        <w:tcBorders>
          <w:insideH w:val="single" w:sz="6" w:space="0" w:color="8064A2" w:themeColor="accent4"/>
          <w:insideV w:val="single" w:sz="6" w:space="0" w:color="8064A2" w:themeColor="accent4"/>
        </w:tcBorders>
        <w:shd w:val="clear" w:color="auto" w:fill="BFB1D0" w:themeFill="accent4" w:themeFillTint="7F"/>
      </w:tcPr>
    </w:tblStylePr>
    <w:tblStylePr w:type="nwCell">
      <w:tblPr/>
      <w:tcPr>
        <w:shd w:val="clear" w:color="auto" w:fill="FFFFFF" w:themeFill="background1"/>
      </w:tcPr>
    </w:tblStylePr>
  </w:style>
  <w:style w:type="table" w:styleId="MediumGrid2-Accent5">
    <w:name w:val="Medium Grid 2 Accent 5"/>
    <w:basedOn w:val="TableNormal"/>
    <w:uiPriority w:val="68"/>
    <w:rsid w:val="00CB0664"/>
    <w:pPr>
      <w:spacing w:after="0" w:line="240" w:lineRule="auto"/>
    </w:pPr>
    <w:rPr>
      <w:rFonts w:asciiTheme="majorHAnsi" w:eastAsiaTheme="majorEastAsia" w:hAnsiTheme="majorHAnsi" w:cstheme="majorBidi"/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4BACC6" w:themeColor="accent5"/>
        <w:left w:val="single" w:sz="8" w:space="0" w:color="4BACC6" w:themeColor="accent5"/>
        <w:bottom w:val="single" w:sz="8" w:space="0" w:color="4BACC6" w:themeColor="accent5"/>
        <w:right w:val="single" w:sz="8" w:space="0" w:color="4BACC6" w:themeColor="accent5"/>
        <w:insideH w:val="single" w:sz="8" w:space="0" w:color="4BACC6" w:themeColor="accent5"/>
        <w:insideV w:val="single" w:sz="8" w:space="0" w:color="4BACC6" w:themeColor="accent5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D2EAF1" w:themeFill="accent5" w:themeFillTint="3F"/>
    </w:tcPr>
    <w:tblStylePr w:type="firstRow">
      <w:rPr>
        <w:b/>
        <w:bCs/>
        <w:color w:val="000000" w:themeColor="text1"/>
      </w:rPr>
      <w:tblPr/>
      <w:tcPr>
        <w:shd w:val="clear" w:color="auto" w:fill="EDF6F9" w:themeFill="accent5" w:themeFillTint="19"/>
      </w:tcPr>
    </w:tblStylePr>
    <w:tblStylePr w:type="lastRow">
      <w:rPr>
        <w:b/>
        <w:bCs/>
        <w:color w:val="000000" w:themeColor="text1"/>
      </w:rPr>
      <w:tblPr/>
      <w:tcPr>
        <w:tcBorders>
          <w:top w:val="single" w:sz="12" w:space="0" w:color="000000" w:themeColor="text1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rPr>
        <w:b/>
        <w:bCs/>
        <w:color w:val="000000" w:themeColor="text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Col">
      <w:rPr>
        <w:b w:val="0"/>
        <w:bCs w:val="0"/>
        <w:color w:val="000000" w:themeColor="text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DAEEF3" w:themeFill="accent5" w:themeFillTint="33"/>
      </w:tcPr>
    </w:tblStylePr>
    <w:tblStylePr w:type="band1Vert">
      <w:tblPr/>
      <w:tcPr>
        <w:shd w:val="clear" w:color="auto" w:fill="A5D5E2" w:themeFill="accent5" w:themeFillTint="7F"/>
      </w:tcPr>
    </w:tblStylePr>
    <w:tblStylePr w:type="band1Horz">
      <w:tblPr/>
      <w:tcPr>
        <w:tcBorders>
          <w:insideH w:val="single" w:sz="6" w:space="0" w:color="4BACC6" w:themeColor="accent5"/>
          <w:insideV w:val="single" w:sz="6" w:space="0" w:color="4BACC6" w:themeColor="accent5"/>
        </w:tcBorders>
        <w:shd w:val="clear" w:color="auto" w:fill="A5D5E2" w:themeFill="accent5" w:themeFillTint="7F"/>
      </w:tcPr>
    </w:tblStylePr>
    <w:tblStylePr w:type="nwCell">
      <w:tblPr/>
      <w:tcPr>
        <w:shd w:val="clear" w:color="auto" w:fill="FFFFFF" w:themeFill="background1"/>
      </w:tcPr>
    </w:tblStylePr>
  </w:style>
  <w:style w:type="table" w:styleId="MediumGrid2-Accent6">
    <w:name w:val="Medium Grid 2 Accent 6"/>
    <w:basedOn w:val="TableNormal"/>
    <w:uiPriority w:val="68"/>
    <w:rsid w:val="00CB0664"/>
    <w:pPr>
      <w:spacing w:after="0" w:line="240" w:lineRule="auto"/>
    </w:pPr>
    <w:rPr>
      <w:rFonts w:asciiTheme="majorHAnsi" w:eastAsiaTheme="majorEastAsia" w:hAnsiTheme="majorHAnsi" w:cstheme="majorBidi"/>
      <w:color w:val="000000" w:themeColor="text1"/>
    </w:rPr>
    <w:tblPr>
      <w:tblStyleRowBandSize w:val="1"/>
      <w:tblStyleColBandSize w:val="1"/>
      <w:tblInd w:w="0" w:type="dxa"/>
      <w:tblBorders>
        <w:top w:val="single" w:sz="8" w:space="0" w:color="F79646" w:themeColor="accent6"/>
        <w:left w:val="single" w:sz="8" w:space="0" w:color="F79646" w:themeColor="accent6"/>
        <w:bottom w:val="single" w:sz="8" w:space="0" w:color="F79646" w:themeColor="accent6"/>
        <w:right w:val="single" w:sz="8" w:space="0" w:color="F79646" w:themeColor="accent6"/>
        <w:insideH w:val="single" w:sz="8" w:space="0" w:color="F79646" w:themeColor="accent6"/>
        <w:insideV w:val="single" w:sz="8" w:space="0" w:color="F79646" w:themeColor="accent6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FDE4D0" w:themeFill="accent6" w:themeFillTint="3F"/>
    </w:tcPr>
    <w:tblStylePr w:type="firstRow">
      <w:rPr>
        <w:b/>
        <w:bCs/>
        <w:color w:val="000000" w:themeColor="text1"/>
      </w:rPr>
      <w:tblPr/>
      <w:tcPr>
        <w:shd w:val="clear" w:color="auto" w:fill="FEF4EC" w:themeFill="accent6" w:themeFillTint="19"/>
      </w:tcPr>
    </w:tblStylePr>
    <w:tblStylePr w:type="lastRow">
      <w:rPr>
        <w:b/>
        <w:bCs/>
        <w:color w:val="000000" w:themeColor="text1"/>
      </w:rPr>
      <w:tblPr/>
      <w:tcPr>
        <w:tcBorders>
          <w:top w:val="single" w:sz="12" w:space="0" w:color="000000" w:themeColor="text1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firstCol">
      <w:rPr>
        <w:b/>
        <w:bCs/>
        <w:color w:val="000000" w:themeColor="text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Col">
      <w:rPr>
        <w:b w:val="0"/>
        <w:bCs w:val="0"/>
        <w:color w:val="000000" w:themeColor="text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FDE9D9" w:themeFill="accent6" w:themeFillTint="33"/>
      </w:tcPr>
    </w:tblStylePr>
    <w:tblStylePr w:type="band1Vert">
      <w:tblPr/>
      <w:tcPr>
        <w:shd w:val="clear" w:color="auto" w:fill="FBCAA2" w:themeFill="accent6" w:themeFillTint="7F"/>
      </w:tcPr>
    </w:tblStylePr>
    <w:tblStylePr w:type="band1Horz">
      <w:tblPr/>
      <w:tcPr>
        <w:tcBorders>
          <w:insideH w:val="single" w:sz="6" w:space="0" w:color="F79646" w:themeColor="accent6"/>
          <w:insideV w:val="single" w:sz="6" w:space="0" w:color="F79646" w:themeColor="accent6"/>
        </w:tcBorders>
        <w:shd w:val="clear" w:color="auto" w:fill="FBCAA2" w:themeFill="accent6" w:themeFillTint="7F"/>
      </w:tcPr>
    </w:tblStylePr>
    <w:tblStylePr w:type="nwCell">
      <w:tblPr/>
      <w:tcPr>
        <w:shd w:val="clear" w:color="auto" w:fill="FFFFFF" w:themeFill="background1"/>
      </w:tcPr>
    </w:tblStylePr>
  </w:style>
  <w:style w:type="table" w:styleId="MediumGrid3">
    <w:name w:val="Medium Grid 3"/>
    <w:basedOn w:val="TableNormal"/>
    <w:uiPriority w:val="69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FFFFFF" w:themeColor="background1"/>
        <w:left w:val="single" w:sz="8" w:space="0" w:color="FFFFFF" w:themeColor="background1"/>
        <w:bottom w:val="single" w:sz="8" w:space="0" w:color="FFFFFF" w:themeColor="background1"/>
        <w:right w:val="single" w:sz="8" w:space="0" w:color="FFFFFF" w:themeColor="background1"/>
        <w:insideH w:val="single" w:sz="6" w:space="0" w:color="FFFFFF" w:themeColor="background1"/>
        <w:insideV w:val="single" w:sz="6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C0C0C0" w:themeFill="text1" w:themeFillTint="3F"/>
    </w:tcPr>
    <w:tblStylePr w:type="firstRow">
      <w:rPr>
        <w:b/>
        <w:bCs/>
        <w:i w:val="0"/>
        <w:iCs w:val="0"/>
        <w:color w:val="FFFFFF" w:themeColor="background1"/>
      </w:rPr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24" w:space="0" w:color="FFFFFF" w:themeColor="background1"/>
          <w:right w:val="single" w:sz="8" w:space="0" w:color="FFFFFF" w:themeColor="background1"/>
          <w:insideH w:val="nil"/>
          <w:insideV w:val="single" w:sz="8" w:space="0" w:color="FFFFFF" w:themeColor="background1"/>
        </w:tcBorders>
        <w:shd w:val="clear" w:color="auto" w:fill="000000" w:themeFill="text1"/>
      </w:tcPr>
    </w:tblStylePr>
    <w:tblStylePr w:type="lastRow">
      <w:rPr>
        <w:b/>
        <w:bCs/>
        <w:i w:val="0"/>
        <w:iCs w:val="0"/>
        <w:color w:val="FFFFFF" w:themeColor="background1"/>
      </w:rPr>
      <w:tblPr/>
      <w:tcPr>
        <w:tcBorders>
          <w:top w:val="single" w:sz="24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nil"/>
          <w:insideV w:val="single" w:sz="8" w:space="0" w:color="FFFFFF" w:themeColor="background1"/>
        </w:tcBorders>
        <w:shd w:val="clear" w:color="auto" w:fill="000000" w:themeFill="text1"/>
      </w:tcPr>
    </w:tblStylePr>
    <w:tblStylePr w:type="firstCol">
      <w:rPr>
        <w:b/>
        <w:bCs/>
        <w:i w:val="0"/>
        <w:iCs w:val="0"/>
        <w:color w:val="FFFFFF" w:themeColor="background1"/>
      </w:rPr>
      <w:tblPr/>
      <w:tcPr>
        <w:tcBorders>
          <w:left w:val="single" w:sz="8" w:space="0" w:color="FFFFFF" w:themeColor="background1"/>
          <w:right w:val="single" w:sz="24" w:space="0" w:color="FFFFFF" w:themeColor="background1"/>
          <w:insideH w:val="nil"/>
          <w:insideV w:val="nil"/>
        </w:tcBorders>
        <w:shd w:val="clear" w:color="auto" w:fill="000000" w:themeFill="text1"/>
      </w:tcPr>
    </w:tblStylePr>
    <w:tblStylePr w:type="lastCol">
      <w:rPr>
        <w:b/>
        <w:bCs/>
        <w:i w:val="0"/>
        <w:iCs w:val="0"/>
        <w:color w:val="FFFFFF" w:themeColor="background1"/>
      </w:rPr>
      <w:tblPr/>
      <w:tcPr>
        <w:tcBorders>
          <w:top w:val="nil"/>
          <w:left w:val="single" w:sz="24" w:space="0" w:color="FFFFFF" w:themeColor="background1"/>
          <w:bottom w:val="nil"/>
          <w:right w:val="nil"/>
          <w:insideH w:val="nil"/>
          <w:insideV w:val="nil"/>
        </w:tcBorders>
        <w:shd w:val="clear" w:color="auto" w:fill="000000" w:themeFill="text1"/>
      </w:tcPr>
    </w:tblStylePr>
    <w:tblStylePr w:type="band1Vert"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nil"/>
          <w:insideV w:val="nil"/>
        </w:tcBorders>
        <w:shd w:val="clear" w:color="auto" w:fill="808080" w:themeFill="text1" w:themeFillTint="7F"/>
      </w:tcPr>
    </w:tblStylePr>
    <w:tblStylePr w:type="band1Horz"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single" w:sz="8" w:space="0" w:color="FFFFFF" w:themeColor="background1"/>
          <w:insideV w:val="single" w:sz="8" w:space="0" w:color="FFFFFF" w:themeColor="background1"/>
        </w:tcBorders>
        <w:shd w:val="clear" w:color="auto" w:fill="808080" w:themeFill="text1" w:themeFillTint="7F"/>
      </w:tcPr>
    </w:tblStylePr>
  </w:style>
  <w:style w:type="table" w:styleId="MediumGrid3-Accent1">
    <w:name w:val="Medium Grid 3 Accent 1"/>
    <w:basedOn w:val="TableNormal"/>
    <w:uiPriority w:val="69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FFFFFF" w:themeColor="background1"/>
        <w:left w:val="single" w:sz="8" w:space="0" w:color="FFFFFF" w:themeColor="background1"/>
        <w:bottom w:val="single" w:sz="8" w:space="0" w:color="FFFFFF" w:themeColor="background1"/>
        <w:right w:val="single" w:sz="8" w:space="0" w:color="FFFFFF" w:themeColor="background1"/>
        <w:insideH w:val="single" w:sz="6" w:space="0" w:color="FFFFFF" w:themeColor="background1"/>
        <w:insideV w:val="single" w:sz="6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D3DFEE" w:themeFill="accent1" w:themeFillTint="3F"/>
    </w:tcPr>
    <w:tblStylePr w:type="firstRow">
      <w:rPr>
        <w:b/>
        <w:bCs/>
        <w:i w:val="0"/>
        <w:iCs w:val="0"/>
        <w:color w:val="FFFFFF" w:themeColor="background1"/>
      </w:rPr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24" w:space="0" w:color="FFFFFF" w:themeColor="background1"/>
          <w:right w:val="single" w:sz="8" w:space="0" w:color="FFFFFF" w:themeColor="background1"/>
          <w:insideH w:val="nil"/>
          <w:insideV w:val="single" w:sz="8" w:space="0" w:color="FFFFFF" w:themeColor="background1"/>
        </w:tcBorders>
        <w:shd w:val="clear" w:color="auto" w:fill="4F81BD" w:themeFill="accent1"/>
      </w:tcPr>
    </w:tblStylePr>
    <w:tblStylePr w:type="lastRow">
      <w:rPr>
        <w:b/>
        <w:bCs/>
        <w:i w:val="0"/>
        <w:iCs w:val="0"/>
        <w:color w:val="FFFFFF" w:themeColor="background1"/>
      </w:rPr>
      <w:tblPr/>
      <w:tcPr>
        <w:tcBorders>
          <w:top w:val="single" w:sz="24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nil"/>
          <w:insideV w:val="single" w:sz="8" w:space="0" w:color="FFFFFF" w:themeColor="background1"/>
        </w:tcBorders>
        <w:shd w:val="clear" w:color="auto" w:fill="4F81BD" w:themeFill="accent1"/>
      </w:tcPr>
    </w:tblStylePr>
    <w:tblStylePr w:type="firstCol">
      <w:rPr>
        <w:b/>
        <w:bCs/>
        <w:i w:val="0"/>
        <w:iCs w:val="0"/>
        <w:color w:val="FFFFFF" w:themeColor="background1"/>
      </w:rPr>
      <w:tblPr/>
      <w:tcPr>
        <w:tcBorders>
          <w:left w:val="single" w:sz="8" w:space="0" w:color="FFFFFF" w:themeColor="background1"/>
          <w:right w:val="single" w:sz="24" w:space="0" w:color="FFFFFF" w:themeColor="background1"/>
          <w:insideH w:val="nil"/>
          <w:insideV w:val="nil"/>
        </w:tcBorders>
        <w:shd w:val="clear" w:color="auto" w:fill="4F81BD" w:themeFill="accent1"/>
      </w:tcPr>
    </w:tblStylePr>
    <w:tblStylePr w:type="lastCol">
      <w:rPr>
        <w:b/>
        <w:bCs/>
        <w:i w:val="0"/>
        <w:iCs w:val="0"/>
        <w:color w:val="FFFFFF" w:themeColor="background1"/>
      </w:rPr>
      <w:tblPr/>
      <w:tcPr>
        <w:tcBorders>
          <w:top w:val="nil"/>
          <w:left w:val="single" w:sz="24" w:space="0" w:color="FFFFFF" w:themeColor="background1"/>
          <w:bottom w:val="nil"/>
          <w:right w:val="nil"/>
          <w:insideH w:val="nil"/>
          <w:insideV w:val="nil"/>
        </w:tcBorders>
        <w:shd w:val="clear" w:color="auto" w:fill="4F81BD" w:themeFill="accent1"/>
      </w:tcPr>
    </w:tblStylePr>
    <w:tblStylePr w:type="band1Vert"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nil"/>
          <w:insideV w:val="nil"/>
        </w:tcBorders>
        <w:shd w:val="clear" w:color="auto" w:fill="A7BFDE" w:themeFill="accent1" w:themeFillTint="7F"/>
      </w:tcPr>
    </w:tblStylePr>
    <w:tblStylePr w:type="band1Horz"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single" w:sz="8" w:space="0" w:color="FFFFFF" w:themeColor="background1"/>
          <w:insideV w:val="single" w:sz="8" w:space="0" w:color="FFFFFF" w:themeColor="background1"/>
        </w:tcBorders>
        <w:shd w:val="clear" w:color="auto" w:fill="A7BFDE" w:themeFill="accent1" w:themeFillTint="7F"/>
      </w:tcPr>
    </w:tblStylePr>
  </w:style>
  <w:style w:type="table" w:styleId="MediumGrid3-Accent2">
    <w:name w:val="Medium Grid 3 Accent 2"/>
    <w:basedOn w:val="TableNormal"/>
    <w:uiPriority w:val="69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FFFFFF" w:themeColor="background1"/>
        <w:left w:val="single" w:sz="8" w:space="0" w:color="FFFFFF" w:themeColor="background1"/>
        <w:bottom w:val="single" w:sz="8" w:space="0" w:color="FFFFFF" w:themeColor="background1"/>
        <w:right w:val="single" w:sz="8" w:space="0" w:color="FFFFFF" w:themeColor="background1"/>
        <w:insideH w:val="single" w:sz="6" w:space="0" w:color="FFFFFF" w:themeColor="background1"/>
        <w:insideV w:val="single" w:sz="6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EFD3D2" w:themeFill="accent2" w:themeFillTint="3F"/>
    </w:tcPr>
    <w:tblStylePr w:type="firstRow">
      <w:rPr>
        <w:b/>
        <w:bCs/>
        <w:i w:val="0"/>
        <w:iCs w:val="0"/>
        <w:color w:val="FFFFFF" w:themeColor="background1"/>
      </w:rPr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24" w:space="0" w:color="FFFFFF" w:themeColor="background1"/>
          <w:right w:val="single" w:sz="8" w:space="0" w:color="FFFFFF" w:themeColor="background1"/>
          <w:insideH w:val="nil"/>
          <w:insideV w:val="single" w:sz="8" w:space="0" w:color="FFFFFF" w:themeColor="background1"/>
        </w:tcBorders>
        <w:shd w:val="clear" w:color="auto" w:fill="C0504D" w:themeFill="accent2"/>
      </w:tcPr>
    </w:tblStylePr>
    <w:tblStylePr w:type="lastRow">
      <w:rPr>
        <w:b/>
        <w:bCs/>
        <w:i w:val="0"/>
        <w:iCs w:val="0"/>
        <w:color w:val="FFFFFF" w:themeColor="background1"/>
      </w:rPr>
      <w:tblPr/>
      <w:tcPr>
        <w:tcBorders>
          <w:top w:val="single" w:sz="24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nil"/>
          <w:insideV w:val="single" w:sz="8" w:space="0" w:color="FFFFFF" w:themeColor="background1"/>
        </w:tcBorders>
        <w:shd w:val="clear" w:color="auto" w:fill="C0504D" w:themeFill="accent2"/>
      </w:tcPr>
    </w:tblStylePr>
    <w:tblStylePr w:type="firstCol">
      <w:rPr>
        <w:b/>
        <w:bCs/>
        <w:i w:val="0"/>
        <w:iCs w:val="0"/>
        <w:color w:val="FFFFFF" w:themeColor="background1"/>
      </w:rPr>
      <w:tblPr/>
      <w:tcPr>
        <w:tcBorders>
          <w:left w:val="single" w:sz="8" w:space="0" w:color="FFFFFF" w:themeColor="background1"/>
          <w:right w:val="single" w:sz="24" w:space="0" w:color="FFFFFF" w:themeColor="background1"/>
          <w:insideH w:val="nil"/>
          <w:insideV w:val="nil"/>
        </w:tcBorders>
        <w:shd w:val="clear" w:color="auto" w:fill="C0504D" w:themeFill="accent2"/>
      </w:tcPr>
    </w:tblStylePr>
    <w:tblStylePr w:type="lastCol">
      <w:rPr>
        <w:b/>
        <w:bCs/>
        <w:i w:val="0"/>
        <w:iCs w:val="0"/>
        <w:color w:val="FFFFFF" w:themeColor="background1"/>
      </w:rPr>
      <w:tblPr/>
      <w:tcPr>
        <w:tcBorders>
          <w:top w:val="nil"/>
          <w:left w:val="single" w:sz="24" w:space="0" w:color="FFFFFF" w:themeColor="background1"/>
          <w:bottom w:val="nil"/>
          <w:right w:val="nil"/>
          <w:insideH w:val="nil"/>
          <w:insideV w:val="nil"/>
        </w:tcBorders>
        <w:shd w:val="clear" w:color="auto" w:fill="C0504D" w:themeFill="accent2"/>
      </w:tcPr>
    </w:tblStylePr>
    <w:tblStylePr w:type="band1Vert"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nil"/>
          <w:insideV w:val="nil"/>
        </w:tcBorders>
        <w:shd w:val="clear" w:color="auto" w:fill="DFA7A6" w:themeFill="accent2" w:themeFillTint="7F"/>
      </w:tcPr>
    </w:tblStylePr>
    <w:tblStylePr w:type="band1Horz"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single" w:sz="8" w:space="0" w:color="FFFFFF" w:themeColor="background1"/>
          <w:insideV w:val="single" w:sz="8" w:space="0" w:color="FFFFFF" w:themeColor="background1"/>
        </w:tcBorders>
        <w:shd w:val="clear" w:color="auto" w:fill="DFA7A6" w:themeFill="accent2" w:themeFillTint="7F"/>
      </w:tcPr>
    </w:tblStylePr>
  </w:style>
  <w:style w:type="table" w:styleId="MediumGrid3-Accent3">
    <w:name w:val="Medium Grid 3 Accent 3"/>
    <w:basedOn w:val="TableNormal"/>
    <w:uiPriority w:val="69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FFFFFF" w:themeColor="background1"/>
        <w:left w:val="single" w:sz="8" w:space="0" w:color="FFFFFF" w:themeColor="background1"/>
        <w:bottom w:val="single" w:sz="8" w:space="0" w:color="FFFFFF" w:themeColor="background1"/>
        <w:right w:val="single" w:sz="8" w:space="0" w:color="FFFFFF" w:themeColor="background1"/>
        <w:insideH w:val="single" w:sz="6" w:space="0" w:color="FFFFFF" w:themeColor="background1"/>
        <w:insideV w:val="single" w:sz="6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E6EED5" w:themeFill="accent3" w:themeFillTint="3F"/>
    </w:tcPr>
    <w:tblStylePr w:type="firstRow">
      <w:rPr>
        <w:b/>
        <w:bCs/>
        <w:i w:val="0"/>
        <w:iCs w:val="0"/>
        <w:color w:val="FFFFFF" w:themeColor="background1"/>
      </w:rPr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24" w:space="0" w:color="FFFFFF" w:themeColor="background1"/>
          <w:right w:val="single" w:sz="8" w:space="0" w:color="FFFFFF" w:themeColor="background1"/>
          <w:insideH w:val="nil"/>
          <w:insideV w:val="single" w:sz="8" w:space="0" w:color="FFFFFF" w:themeColor="background1"/>
        </w:tcBorders>
        <w:shd w:val="clear" w:color="auto" w:fill="9BBB59" w:themeFill="accent3"/>
      </w:tcPr>
    </w:tblStylePr>
    <w:tblStylePr w:type="lastRow">
      <w:rPr>
        <w:b/>
        <w:bCs/>
        <w:i w:val="0"/>
        <w:iCs w:val="0"/>
        <w:color w:val="FFFFFF" w:themeColor="background1"/>
      </w:rPr>
      <w:tblPr/>
      <w:tcPr>
        <w:tcBorders>
          <w:top w:val="single" w:sz="24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nil"/>
          <w:insideV w:val="single" w:sz="8" w:space="0" w:color="FFFFFF" w:themeColor="background1"/>
        </w:tcBorders>
        <w:shd w:val="clear" w:color="auto" w:fill="9BBB59" w:themeFill="accent3"/>
      </w:tcPr>
    </w:tblStylePr>
    <w:tblStylePr w:type="firstCol">
      <w:rPr>
        <w:b/>
        <w:bCs/>
        <w:i w:val="0"/>
        <w:iCs w:val="0"/>
        <w:color w:val="FFFFFF" w:themeColor="background1"/>
      </w:rPr>
      <w:tblPr/>
      <w:tcPr>
        <w:tcBorders>
          <w:left w:val="single" w:sz="8" w:space="0" w:color="FFFFFF" w:themeColor="background1"/>
          <w:right w:val="single" w:sz="24" w:space="0" w:color="FFFFFF" w:themeColor="background1"/>
          <w:insideH w:val="nil"/>
          <w:insideV w:val="nil"/>
        </w:tcBorders>
        <w:shd w:val="clear" w:color="auto" w:fill="9BBB59" w:themeFill="accent3"/>
      </w:tcPr>
    </w:tblStylePr>
    <w:tblStylePr w:type="lastCol">
      <w:rPr>
        <w:b/>
        <w:bCs/>
        <w:i w:val="0"/>
        <w:iCs w:val="0"/>
        <w:color w:val="FFFFFF" w:themeColor="background1"/>
      </w:rPr>
      <w:tblPr/>
      <w:tcPr>
        <w:tcBorders>
          <w:top w:val="nil"/>
          <w:left w:val="single" w:sz="24" w:space="0" w:color="FFFFFF" w:themeColor="background1"/>
          <w:bottom w:val="nil"/>
          <w:right w:val="nil"/>
          <w:insideH w:val="nil"/>
          <w:insideV w:val="nil"/>
        </w:tcBorders>
        <w:shd w:val="clear" w:color="auto" w:fill="9BBB59" w:themeFill="accent3"/>
      </w:tcPr>
    </w:tblStylePr>
    <w:tblStylePr w:type="band1Vert"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nil"/>
          <w:insideV w:val="nil"/>
        </w:tcBorders>
        <w:shd w:val="clear" w:color="auto" w:fill="CDDDAC" w:themeFill="accent3" w:themeFillTint="7F"/>
      </w:tcPr>
    </w:tblStylePr>
    <w:tblStylePr w:type="band1Horz"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single" w:sz="8" w:space="0" w:color="FFFFFF" w:themeColor="background1"/>
          <w:insideV w:val="single" w:sz="8" w:space="0" w:color="FFFFFF" w:themeColor="background1"/>
        </w:tcBorders>
        <w:shd w:val="clear" w:color="auto" w:fill="CDDDAC" w:themeFill="accent3" w:themeFillTint="7F"/>
      </w:tcPr>
    </w:tblStylePr>
  </w:style>
  <w:style w:type="table" w:styleId="MediumGrid3-Accent4">
    <w:name w:val="Medium Grid 3 Accent 4"/>
    <w:basedOn w:val="TableNormal"/>
    <w:uiPriority w:val="69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FFFFFF" w:themeColor="background1"/>
        <w:left w:val="single" w:sz="8" w:space="0" w:color="FFFFFF" w:themeColor="background1"/>
        <w:bottom w:val="single" w:sz="8" w:space="0" w:color="FFFFFF" w:themeColor="background1"/>
        <w:right w:val="single" w:sz="8" w:space="0" w:color="FFFFFF" w:themeColor="background1"/>
        <w:insideH w:val="single" w:sz="6" w:space="0" w:color="FFFFFF" w:themeColor="background1"/>
        <w:insideV w:val="single" w:sz="6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DFD8E8" w:themeFill="accent4" w:themeFillTint="3F"/>
    </w:tcPr>
    <w:tblStylePr w:type="firstRow">
      <w:rPr>
        <w:b/>
        <w:bCs/>
        <w:i w:val="0"/>
        <w:iCs w:val="0"/>
        <w:color w:val="FFFFFF" w:themeColor="background1"/>
      </w:rPr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24" w:space="0" w:color="FFFFFF" w:themeColor="background1"/>
          <w:right w:val="single" w:sz="8" w:space="0" w:color="FFFFFF" w:themeColor="background1"/>
          <w:insideH w:val="nil"/>
          <w:insideV w:val="single" w:sz="8" w:space="0" w:color="FFFFFF" w:themeColor="background1"/>
        </w:tcBorders>
        <w:shd w:val="clear" w:color="auto" w:fill="8064A2" w:themeFill="accent4"/>
      </w:tcPr>
    </w:tblStylePr>
    <w:tblStylePr w:type="lastRow">
      <w:rPr>
        <w:b/>
        <w:bCs/>
        <w:i w:val="0"/>
        <w:iCs w:val="0"/>
        <w:color w:val="FFFFFF" w:themeColor="background1"/>
      </w:rPr>
      <w:tblPr/>
      <w:tcPr>
        <w:tcBorders>
          <w:top w:val="single" w:sz="24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nil"/>
          <w:insideV w:val="single" w:sz="8" w:space="0" w:color="FFFFFF" w:themeColor="background1"/>
        </w:tcBorders>
        <w:shd w:val="clear" w:color="auto" w:fill="8064A2" w:themeFill="accent4"/>
      </w:tcPr>
    </w:tblStylePr>
    <w:tblStylePr w:type="firstCol">
      <w:rPr>
        <w:b/>
        <w:bCs/>
        <w:i w:val="0"/>
        <w:iCs w:val="0"/>
        <w:color w:val="FFFFFF" w:themeColor="background1"/>
      </w:rPr>
      <w:tblPr/>
      <w:tcPr>
        <w:tcBorders>
          <w:left w:val="single" w:sz="8" w:space="0" w:color="FFFFFF" w:themeColor="background1"/>
          <w:right w:val="single" w:sz="24" w:space="0" w:color="FFFFFF" w:themeColor="background1"/>
          <w:insideH w:val="nil"/>
          <w:insideV w:val="nil"/>
        </w:tcBorders>
        <w:shd w:val="clear" w:color="auto" w:fill="8064A2" w:themeFill="accent4"/>
      </w:tcPr>
    </w:tblStylePr>
    <w:tblStylePr w:type="lastCol">
      <w:rPr>
        <w:b/>
        <w:bCs/>
        <w:i w:val="0"/>
        <w:iCs w:val="0"/>
        <w:color w:val="FFFFFF" w:themeColor="background1"/>
      </w:rPr>
      <w:tblPr/>
      <w:tcPr>
        <w:tcBorders>
          <w:top w:val="nil"/>
          <w:left w:val="single" w:sz="24" w:space="0" w:color="FFFFFF" w:themeColor="background1"/>
          <w:bottom w:val="nil"/>
          <w:right w:val="nil"/>
          <w:insideH w:val="nil"/>
          <w:insideV w:val="nil"/>
        </w:tcBorders>
        <w:shd w:val="clear" w:color="auto" w:fill="8064A2" w:themeFill="accent4"/>
      </w:tcPr>
    </w:tblStylePr>
    <w:tblStylePr w:type="band1Vert"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nil"/>
          <w:insideV w:val="nil"/>
        </w:tcBorders>
        <w:shd w:val="clear" w:color="auto" w:fill="BFB1D0" w:themeFill="accent4" w:themeFillTint="7F"/>
      </w:tcPr>
    </w:tblStylePr>
    <w:tblStylePr w:type="band1Horz"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single" w:sz="8" w:space="0" w:color="FFFFFF" w:themeColor="background1"/>
          <w:insideV w:val="single" w:sz="8" w:space="0" w:color="FFFFFF" w:themeColor="background1"/>
        </w:tcBorders>
        <w:shd w:val="clear" w:color="auto" w:fill="BFB1D0" w:themeFill="accent4" w:themeFillTint="7F"/>
      </w:tcPr>
    </w:tblStylePr>
  </w:style>
  <w:style w:type="table" w:styleId="MediumGrid3-Accent5">
    <w:name w:val="Medium Grid 3 Accent 5"/>
    <w:basedOn w:val="TableNormal"/>
    <w:uiPriority w:val="69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FFFFFF" w:themeColor="background1"/>
        <w:left w:val="single" w:sz="8" w:space="0" w:color="FFFFFF" w:themeColor="background1"/>
        <w:bottom w:val="single" w:sz="8" w:space="0" w:color="FFFFFF" w:themeColor="background1"/>
        <w:right w:val="single" w:sz="8" w:space="0" w:color="FFFFFF" w:themeColor="background1"/>
        <w:insideH w:val="single" w:sz="6" w:space="0" w:color="FFFFFF" w:themeColor="background1"/>
        <w:insideV w:val="single" w:sz="6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D2EAF1" w:themeFill="accent5" w:themeFillTint="3F"/>
    </w:tcPr>
    <w:tblStylePr w:type="firstRow">
      <w:rPr>
        <w:b/>
        <w:bCs/>
        <w:i w:val="0"/>
        <w:iCs w:val="0"/>
        <w:color w:val="FFFFFF" w:themeColor="background1"/>
      </w:rPr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24" w:space="0" w:color="FFFFFF" w:themeColor="background1"/>
          <w:right w:val="single" w:sz="8" w:space="0" w:color="FFFFFF" w:themeColor="background1"/>
          <w:insideH w:val="nil"/>
          <w:insideV w:val="single" w:sz="8" w:space="0" w:color="FFFFFF" w:themeColor="background1"/>
        </w:tcBorders>
        <w:shd w:val="clear" w:color="auto" w:fill="4BACC6" w:themeFill="accent5"/>
      </w:tcPr>
    </w:tblStylePr>
    <w:tblStylePr w:type="lastRow">
      <w:rPr>
        <w:b/>
        <w:bCs/>
        <w:i w:val="0"/>
        <w:iCs w:val="0"/>
        <w:color w:val="FFFFFF" w:themeColor="background1"/>
      </w:rPr>
      <w:tblPr/>
      <w:tcPr>
        <w:tcBorders>
          <w:top w:val="single" w:sz="24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nil"/>
          <w:insideV w:val="single" w:sz="8" w:space="0" w:color="FFFFFF" w:themeColor="background1"/>
        </w:tcBorders>
        <w:shd w:val="clear" w:color="auto" w:fill="4BACC6" w:themeFill="accent5"/>
      </w:tcPr>
    </w:tblStylePr>
    <w:tblStylePr w:type="firstCol">
      <w:rPr>
        <w:b/>
        <w:bCs/>
        <w:i w:val="0"/>
        <w:iCs w:val="0"/>
        <w:color w:val="FFFFFF" w:themeColor="background1"/>
      </w:rPr>
      <w:tblPr/>
      <w:tcPr>
        <w:tcBorders>
          <w:left w:val="single" w:sz="8" w:space="0" w:color="FFFFFF" w:themeColor="background1"/>
          <w:right w:val="single" w:sz="24" w:space="0" w:color="FFFFFF" w:themeColor="background1"/>
          <w:insideH w:val="nil"/>
          <w:insideV w:val="nil"/>
        </w:tcBorders>
        <w:shd w:val="clear" w:color="auto" w:fill="4BACC6" w:themeFill="accent5"/>
      </w:tcPr>
    </w:tblStylePr>
    <w:tblStylePr w:type="lastCol">
      <w:rPr>
        <w:b/>
        <w:bCs/>
        <w:i w:val="0"/>
        <w:iCs w:val="0"/>
        <w:color w:val="FFFFFF" w:themeColor="background1"/>
      </w:rPr>
      <w:tblPr/>
      <w:tcPr>
        <w:tcBorders>
          <w:top w:val="nil"/>
          <w:left w:val="single" w:sz="24" w:space="0" w:color="FFFFFF" w:themeColor="background1"/>
          <w:bottom w:val="nil"/>
          <w:right w:val="nil"/>
          <w:insideH w:val="nil"/>
          <w:insideV w:val="nil"/>
        </w:tcBorders>
        <w:shd w:val="clear" w:color="auto" w:fill="4BACC6" w:themeFill="accent5"/>
      </w:tcPr>
    </w:tblStylePr>
    <w:tblStylePr w:type="band1Vert"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nil"/>
          <w:insideV w:val="nil"/>
        </w:tcBorders>
        <w:shd w:val="clear" w:color="auto" w:fill="A5D5E2" w:themeFill="accent5" w:themeFillTint="7F"/>
      </w:tcPr>
    </w:tblStylePr>
    <w:tblStylePr w:type="band1Horz"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single" w:sz="8" w:space="0" w:color="FFFFFF" w:themeColor="background1"/>
          <w:insideV w:val="single" w:sz="8" w:space="0" w:color="FFFFFF" w:themeColor="background1"/>
        </w:tcBorders>
        <w:shd w:val="clear" w:color="auto" w:fill="A5D5E2" w:themeFill="accent5" w:themeFillTint="7F"/>
      </w:tcPr>
    </w:tblStylePr>
  </w:style>
  <w:style w:type="table" w:styleId="MediumGrid3-Accent6">
    <w:name w:val="Medium Grid 3 Accent 6"/>
    <w:basedOn w:val="TableNormal"/>
    <w:uiPriority w:val="69"/>
    <w:rsid w:val="00CB0664"/>
    <w:pPr>
      <w:spacing w:after="0" w:line="240" w:lineRule="auto"/>
    </w:pPr>
    <w:tblPr>
      <w:tblStyleRowBandSize w:val="1"/>
      <w:tblStyleColBandSize w:val="1"/>
      <w:tblInd w:w="0" w:type="dxa"/>
      <w:tblBorders>
        <w:top w:val="single" w:sz="8" w:space="0" w:color="FFFFFF" w:themeColor="background1"/>
        <w:left w:val="single" w:sz="8" w:space="0" w:color="FFFFFF" w:themeColor="background1"/>
        <w:bottom w:val="single" w:sz="8" w:space="0" w:color="FFFFFF" w:themeColor="background1"/>
        <w:right w:val="single" w:sz="8" w:space="0" w:color="FFFFFF" w:themeColor="background1"/>
        <w:insideH w:val="single" w:sz="6" w:space="0" w:color="FFFFFF" w:themeColor="background1"/>
        <w:insideV w:val="single" w:sz="6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FDE4D0" w:themeFill="accent6" w:themeFillTint="3F"/>
    </w:tcPr>
    <w:tblStylePr w:type="firstRow">
      <w:rPr>
        <w:b/>
        <w:bCs/>
        <w:i w:val="0"/>
        <w:iCs w:val="0"/>
        <w:color w:val="FFFFFF" w:themeColor="background1"/>
      </w:rPr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24" w:space="0" w:color="FFFFFF" w:themeColor="background1"/>
          <w:right w:val="single" w:sz="8" w:space="0" w:color="FFFFFF" w:themeColor="background1"/>
          <w:insideH w:val="nil"/>
          <w:insideV w:val="single" w:sz="8" w:space="0" w:color="FFFFFF" w:themeColor="background1"/>
        </w:tcBorders>
        <w:shd w:val="clear" w:color="auto" w:fill="F79646" w:themeFill="accent6"/>
      </w:tcPr>
    </w:tblStylePr>
    <w:tblStylePr w:type="lastRow">
      <w:rPr>
        <w:b/>
        <w:bCs/>
        <w:i w:val="0"/>
        <w:iCs w:val="0"/>
        <w:color w:val="FFFFFF" w:themeColor="background1"/>
      </w:rPr>
      <w:tblPr/>
      <w:tcPr>
        <w:tcBorders>
          <w:top w:val="single" w:sz="24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nil"/>
          <w:insideV w:val="single" w:sz="8" w:space="0" w:color="FFFFFF" w:themeColor="background1"/>
        </w:tcBorders>
        <w:shd w:val="clear" w:color="auto" w:fill="F79646" w:themeFill="accent6"/>
      </w:tcPr>
    </w:tblStylePr>
    <w:tblStylePr w:type="firstCol">
      <w:rPr>
        <w:b/>
        <w:bCs/>
        <w:i w:val="0"/>
        <w:iCs w:val="0"/>
        <w:color w:val="FFFFFF" w:themeColor="background1"/>
      </w:rPr>
      <w:tblPr/>
      <w:tcPr>
        <w:tcBorders>
          <w:left w:val="single" w:sz="8" w:space="0" w:color="FFFFFF" w:themeColor="background1"/>
          <w:right w:val="single" w:sz="24" w:space="0" w:color="FFFFFF" w:themeColor="background1"/>
          <w:insideH w:val="nil"/>
          <w:insideV w:val="nil"/>
        </w:tcBorders>
        <w:shd w:val="clear" w:color="auto" w:fill="F79646" w:themeFill="accent6"/>
      </w:tcPr>
    </w:tblStylePr>
    <w:tblStylePr w:type="lastCol">
      <w:rPr>
        <w:b/>
        <w:bCs/>
        <w:i w:val="0"/>
        <w:iCs w:val="0"/>
        <w:color w:val="FFFFFF" w:themeColor="background1"/>
      </w:rPr>
      <w:tblPr/>
      <w:tcPr>
        <w:tcBorders>
          <w:top w:val="nil"/>
          <w:left w:val="single" w:sz="24" w:space="0" w:color="FFFFFF" w:themeColor="background1"/>
          <w:bottom w:val="nil"/>
          <w:right w:val="nil"/>
          <w:insideH w:val="nil"/>
          <w:insideV w:val="nil"/>
        </w:tcBorders>
        <w:shd w:val="clear" w:color="auto" w:fill="F79646" w:themeFill="accent6"/>
      </w:tcPr>
    </w:tblStylePr>
    <w:tblStylePr w:type="band1Vert"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nil"/>
          <w:insideV w:val="nil"/>
        </w:tcBorders>
        <w:shd w:val="clear" w:color="auto" w:fill="FBCAA2" w:themeFill="accent6" w:themeFillTint="7F"/>
      </w:tcPr>
    </w:tblStylePr>
    <w:tblStylePr w:type="band1Horz">
      <w:tblPr/>
      <w:tcPr>
        <w:tcBorders>
          <w:top w:val="single" w:sz="8" w:space="0" w:color="FFFFFF" w:themeColor="background1"/>
          <w:left w:val="single" w:sz="8" w:space="0" w:color="FFFFFF" w:themeColor="background1"/>
          <w:bottom w:val="single" w:sz="8" w:space="0" w:color="FFFFFF" w:themeColor="background1"/>
          <w:right w:val="single" w:sz="8" w:space="0" w:color="FFFFFF" w:themeColor="background1"/>
          <w:insideH w:val="single" w:sz="8" w:space="0" w:color="FFFFFF" w:themeColor="background1"/>
          <w:insideV w:val="single" w:sz="8" w:space="0" w:color="FFFFFF" w:themeColor="background1"/>
        </w:tcBorders>
        <w:shd w:val="clear" w:color="auto" w:fill="FBCAA2" w:themeFill="accent6" w:themeFillTint="7F"/>
      </w:tcPr>
    </w:tblStylePr>
  </w:style>
  <w:style w:type="table" w:styleId="DarkList">
    <w:name w:val="Dark List"/>
    <w:basedOn w:val="TableNormal"/>
    <w:uiPriority w:val="70"/>
    <w:rsid w:val="00CB0664"/>
    <w:pPr>
      <w:spacing w:after="0" w:line="240" w:lineRule="auto"/>
    </w:pPr>
    <w:rPr>
      <w:color w:val="FFFFFF" w:themeColor="background1"/>
    </w:rPr>
    <w:tblPr>
      <w:tblStyleRowBandSize w:val="1"/>
      <w:tblStyleColBandSize w:val="1"/>
      <w:tblInd w:w="0" w:type="dxa"/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000000" w:themeFill="text1"/>
    </w:tcPr>
    <w:tblStylePr w:type="firstRow">
      <w:rPr>
        <w:b/>
        <w:bCs/>
      </w:rPr>
      <w:tblPr/>
      <w:tcPr>
        <w:tcBorders>
          <w:top w:val="nil"/>
          <w:left w:val="nil"/>
          <w:bottom w:val="single" w:sz="18" w:space="0" w:color="FFFFFF" w:themeColor="background1"/>
          <w:right w:val="nil"/>
          <w:insideH w:val="nil"/>
          <w:insideV w:val="nil"/>
        </w:tcBorders>
        <w:shd w:val="clear" w:color="auto" w:fill="000000" w:themeFill="text1"/>
      </w:tcPr>
    </w:tblStylePr>
    <w:tblStylePr w:type="lastRow">
      <w:tblPr/>
      <w:tcPr>
        <w:tcBorders>
          <w:top w:val="single" w:sz="18" w:space="0" w:color="FFFFFF" w:themeColor="background1"/>
          <w:left w:val="nil"/>
          <w:bottom w:val="nil"/>
          <w:right w:val="nil"/>
          <w:insideH w:val="nil"/>
          <w:insideV w:val="nil"/>
        </w:tcBorders>
        <w:shd w:val="clear" w:color="auto" w:fill="000000" w:themeFill="text1" w:themeFillShade="7F"/>
      </w:tcPr>
    </w:tblStylePr>
    <w:tblStylePr w:type="firstCol">
      <w:tblPr/>
      <w:tcPr>
        <w:tcBorders>
          <w:top w:val="nil"/>
          <w:left w:val="nil"/>
          <w:bottom w:val="nil"/>
          <w:right w:val="single" w:sz="18" w:space="0" w:color="FFFFFF" w:themeColor="background1"/>
          <w:insideH w:val="nil"/>
          <w:insideV w:val="nil"/>
        </w:tcBorders>
        <w:shd w:val="clear" w:color="auto" w:fill="000000" w:themeFill="text1" w:themeFillShade="BF"/>
      </w:tcPr>
    </w:tblStylePr>
    <w:tblStylePr w:type="lastCol">
      <w:tblPr/>
      <w:tcPr>
        <w:tcBorders>
          <w:top w:val="nil"/>
          <w:left w:val="single" w:sz="18" w:space="0" w:color="FFFFFF" w:themeColor="background1"/>
          <w:bottom w:val="nil"/>
          <w:right w:val="nil"/>
          <w:insideH w:val="nil"/>
          <w:insideV w:val="nil"/>
        </w:tcBorders>
        <w:shd w:val="clear" w:color="auto" w:fill="000000" w:themeFill="text1" w:themeFillShade="BF"/>
      </w:tcPr>
    </w:tblStylePr>
    <w:tblStylePr w:type="band1Vert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000000" w:themeFill="text1" w:themeFillShade="BF"/>
      </w:tcPr>
    </w:tblStylePr>
    <w:tblStylePr w:type="band1Horz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000000" w:themeFill="text1" w:themeFillShade="BF"/>
      </w:tcPr>
    </w:tblStylePr>
  </w:style>
  <w:style w:type="table" w:styleId="DarkList-Accent1">
    <w:name w:val="Dark List Accent 1"/>
    <w:basedOn w:val="TableNormal"/>
    <w:uiPriority w:val="70"/>
    <w:rsid w:val="00CB0664"/>
    <w:pPr>
      <w:spacing w:after="0" w:line="240" w:lineRule="auto"/>
    </w:pPr>
    <w:rPr>
      <w:color w:val="FFFFFF" w:themeColor="background1"/>
    </w:rPr>
    <w:tblPr>
      <w:tblStyleRowBandSize w:val="1"/>
      <w:tblStyleColBandSize w:val="1"/>
      <w:tblInd w:w="0" w:type="dxa"/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4F81BD" w:themeFill="accent1"/>
    </w:tcPr>
    <w:tblStylePr w:type="firstRow">
      <w:rPr>
        <w:b/>
        <w:bCs/>
      </w:rPr>
      <w:tblPr/>
      <w:tcPr>
        <w:tcBorders>
          <w:top w:val="nil"/>
          <w:left w:val="nil"/>
          <w:bottom w:val="single" w:sz="18" w:space="0" w:color="FFFFFF" w:themeColor="background1"/>
          <w:right w:val="nil"/>
          <w:insideH w:val="nil"/>
          <w:insideV w:val="nil"/>
        </w:tcBorders>
        <w:shd w:val="clear" w:color="auto" w:fill="000000" w:themeFill="text1"/>
      </w:tcPr>
    </w:tblStylePr>
    <w:tblStylePr w:type="lastRow">
      <w:tblPr/>
      <w:tcPr>
        <w:tcBorders>
          <w:top w:val="single" w:sz="18" w:space="0" w:color="FFFFFF" w:themeColor="background1"/>
          <w:left w:val="nil"/>
          <w:bottom w:val="nil"/>
          <w:right w:val="nil"/>
          <w:insideH w:val="nil"/>
          <w:insideV w:val="nil"/>
        </w:tcBorders>
        <w:shd w:val="clear" w:color="auto" w:fill="243F60" w:themeFill="accent1" w:themeFillShade="7F"/>
      </w:tcPr>
    </w:tblStylePr>
    <w:tblStylePr w:type="firstCol">
      <w:tblPr/>
      <w:tcPr>
        <w:tcBorders>
          <w:top w:val="nil"/>
          <w:left w:val="nil"/>
          <w:bottom w:val="nil"/>
          <w:right w:val="single" w:sz="18" w:space="0" w:color="FFFFFF" w:themeColor="background1"/>
          <w:insideH w:val="nil"/>
          <w:insideV w:val="nil"/>
        </w:tcBorders>
        <w:shd w:val="clear" w:color="auto" w:fill="365F91" w:themeFill="accent1" w:themeFillShade="BF"/>
      </w:tcPr>
    </w:tblStylePr>
    <w:tblStylePr w:type="lastCol">
      <w:tblPr/>
      <w:tcPr>
        <w:tcBorders>
          <w:top w:val="nil"/>
          <w:left w:val="single" w:sz="18" w:space="0" w:color="FFFFFF" w:themeColor="background1"/>
          <w:bottom w:val="nil"/>
          <w:right w:val="nil"/>
          <w:insideH w:val="nil"/>
          <w:insideV w:val="nil"/>
        </w:tcBorders>
        <w:shd w:val="clear" w:color="auto" w:fill="365F91" w:themeFill="accent1" w:themeFillShade="BF"/>
      </w:tcPr>
    </w:tblStylePr>
    <w:tblStylePr w:type="band1Vert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365F91" w:themeFill="accent1" w:themeFillShade="BF"/>
      </w:tcPr>
    </w:tblStylePr>
    <w:tblStylePr w:type="band1Horz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365F91" w:themeFill="accent1" w:themeFillShade="BF"/>
      </w:tcPr>
    </w:tblStylePr>
  </w:style>
  <w:style w:type="table" w:styleId="DarkList-Accent2">
    <w:name w:val="Dark List Accent 2"/>
    <w:basedOn w:val="TableNormal"/>
    <w:uiPriority w:val="70"/>
    <w:rsid w:val="00CB0664"/>
    <w:pPr>
      <w:spacing w:after="0" w:line="240" w:lineRule="auto"/>
    </w:pPr>
    <w:rPr>
      <w:color w:val="FFFFFF" w:themeColor="background1"/>
    </w:rPr>
    <w:tblPr>
      <w:tblStyleRowBandSize w:val="1"/>
      <w:tblStyleColBandSize w:val="1"/>
      <w:tblInd w:w="0" w:type="dxa"/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C0504D" w:themeFill="accent2"/>
    </w:tcPr>
    <w:tblStylePr w:type="firstRow">
      <w:rPr>
        <w:b/>
        <w:bCs/>
      </w:rPr>
      <w:tblPr/>
      <w:tcPr>
        <w:tcBorders>
          <w:top w:val="nil"/>
          <w:left w:val="nil"/>
          <w:bottom w:val="single" w:sz="18" w:space="0" w:color="FFFFFF" w:themeColor="background1"/>
          <w:right w:val="nil"/>
          <w:insideH w:val="nil"/>
          <w:insideV w:val="nil"/>
        </w:tcBorders>
        <w:shd w:val="clear" w:color="auto" w:fill="000000" w:themeFill="text1"/>
      </w:tcPr>
    </w:tblStylePr>
    <w:tblStylePr w:type="lastRow">
      <w:tblPr/>
      <w:tcPr>
        <w:tcBorders>
          <w:top w:val="single" w:sz="18" w:space="0" w:color="FFFFFF" w:themeColor="background1"/>
          <w:left w:val="nil"/>
          <w:bottom w:val="nil"/>
          <w:right w:val="nil"/>
          <w:insideH w:val="nil"/>
          <w:insideV w:val="nil"/>
        </w:tcBorders>
        <w:shd w:val="clear" w:color="auto" w:fill="622423" w:themeFill="accent2" w:themeFillShade="7F"/>
      </w:tcPr>
    </w:tblStylePr>
    <w:tblStylePr w:type="firstCol">
      <w:tblPr/>
      <w:tcPr>
        <w:tcBorders>
          <w:top w:val="nil"/>
          <w:left w:val="nil"/>
          <w:bottom w:val="nil"/>
          <w:right w:val="single" w:sz="18" w:space="0" w:color="FFFFFF" w:themeColor="background1"/>
          <w:insideH w:val="nil"/>
          <w:insideV w:val="nil"/>
        </w:tcBorders>
        <w:shd w:val="clear" w:color="auto" w:fill="943634" w:themeFill="accent2" w:themeFillShade="BF"/>
      </w:tcPr>
    </w:tblStylePr>
    <w:tblStylePr w:type="lastCol">
      <w:tblPr/>
      <w:tcPr>
        <w:tcBorders>
          <w:top w:val="nil"/>
          <w:left w:val="single" w:sz="18" w:space="0" w:color="FFFFFF" w:themeColor="background1"/>
          <w:bottom w:val="nil"/>
          <w:right w:val="nil"/>
          <w:insideH w:val="nil"/>
          <w:insideV w:val="nil"/>
        </w:tcBorders>
        <w:shd w:val="clear" w:color="auto" w:fill="943634" w:themeFill="accent2" w:themeFillShade="BF"/>
      </w:tcPr>
    </w:tblStylePr>
    <w:tblStylePr w:type="band1Vert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943634" w:themeFill="accent2" w:themeFillShade="BF"/>
      </w:tcPr>
    </w:tblStylePr>
    <w:tblStylePr w:type="band1Horz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943634" w:themeFill="accent2" w:themeFillShade="BF"/>
      </w:tcPr>
    </w:tblStylePr>
  </w:style>
  <w:style w:type="table" w:styleId="DarkList-Accent3">
    <w:name w:val="Dark List Accent 3"/>
    <w:basedOn w:val="TableNormal"/>
    <w:uiPriority w:val="70"/>
    <w:rsid w:val="00CB0664"/>
    <w:pPr>
      <w:spacing w:after="0" w:line="240" w:lineRule="auto"/>
    </w:pPr>
    <w:rPr>
      <w:color w:val="FFFFFF" w:themeColor="background1"/>
    </w:rPr>
    <w:tblPr>
      <w:tblStyleRowBandSize w:val="1"/>
      <w:tblStyleColBandSize w:val="1"/>
      <w:tblInd w:w="0" w:type="dxa"/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9BBB59" w:themeFill="accent3"/>
    </w:tcPr>
    <w:tblStylePr w:type="firstRow">
      <w:rPr>
        <w:b/>
        <w:bCs/>
      </w:rPr>
      <w:tblPr/>
      <w:tcPr>
        <w:tcBorders>
          <w:top w:val="nil"/>
          <w:left w:val="nil"/>
          <w:bottom w:val="single" w:sz="18" w:space="0" w:color="FFFFFF" w:themeColor="background1"/>
          <w:right w:val="nil"/>
          <w:insideH w:val="nil"/>
          <w:insideV w:val="nil"/>
        </w:tcBorders>
        <w:shd w:val="clear" w:color="auto" w:fill="000000" w:themeFill="text1"/>
      </w:tcPr>
    </w:tblStylePr>
    <w:tblStylePr w:type="lastRow">
      <w:tblPr/>
      <w:tcPr>
        <w:tcBorders>
          <w:top w:val="single" w:sz="18" w:space="0" w:color="FFFFFF" w:themeColor="background1"/>
          <w:left w:val="nil"/>
          <w:bottom w:val="nil"/>
          <w:right w:val="nil"/>
          <w:insideH w:val="nil"/>
          <w:insideV w:val="nil"/>
        </w:tcBorders>
        <w:shd w:val="clear" w:color="auto" w:fill="4E6128" w:themeFill="accent3" w:themeFillShade="7F"/>
      </w:tcPr>
    </w:tblStylePr>
    <w:tblStylePr w:type="firstCol">
      <w:tblPr/>
      <w:tcPr>
        <w:tcBorders>
          <w:top w:val="nil"/>
          <w:left w:val="nil"/>
          <w:bottom w:val="nil"/>
          <w:right w:val="single" w:sz="18" w:space="0" w:color="FFFFFF" w:themeColor="background1"/>
          <w:insideH w:val="nil"/>
          <w:insideV w:val="nil"/>
        </w:tcBorders>
        <w:shd w:val="clear" w:color="auto" w:fill="76923C" w:themeFill="accent3" w:themeFillShade="BF"/>
      </w:tcPr>
    </w:tblStylePr>
    <w:tblStylePr w:type="lastCol">
      <w:tblPr/>
      <w:tcPr>
        <w:tcBorders>
          <w:top w:val="nil"/>
          <w:left w:val="single" w:sz="18" w:space="0" w:color="FFFFFF" w:themeColor="background1"/>
          <w:bottom w:val="nil"/>
          <w:right w:val="nil"/>
          <w:insideH w:val="nil"/>
          <w:insideV w:val="nil"/>
        </w:tcBorders>
        <w:shd w:val="clear" w:color="auto" w:fill="76923C" w:themeFill="accent3" w:themeFillShade="BF"/>
      </w:tcPr>
    </w:tblStylePr>
    <w:tblStylePr w:type="band1Vert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76923C" w:themeFill="accent3" w:themeFillShade="BF"/>
      </w:tcPr>
    </w:tblStylePr>
    <w:tblStylePr w:type="band1Horz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76923C" w:themeFill="accent3" w:themeFillShade="BF"/>
      </w:tcPr>
    </w:tblStylePr>
  </w:style>
  <w:style w:type="table" w:styleId="DarkList-Accent4">
    <w:name w:val="Dark List Accent 4"/>
    <w:basedOn w:val="TableNormal"/>
    <w:uiPriority w:val="70"/>
    <w:rsid w:val="00CB0664"/>
    <w:pPr>
      <w:spacing w:after="0" w:line="240" w:lineRule="auto"/>
    </w:pPr>
    <w:rPr>
      <w:color w:val="FFFFFF" w:themeColor="background1"/>
    </w:rPr>
    <w:tblPr>
      <w:tblStyleRowBandSize w:val="1"/>
      <w:tblStyleColBandSize w:val="1"/>
      <w:tblInd w:w="0" w:type="dxa"/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8064A2" w:themeFill="accent4"/>
    </w:tcPr>
    <w:tblStylePr w:type="firstRow">
      <w:rPr>
        <w:b/>
        <w:bCs/>
      </w:rPr>
      <w:tblPr/>
      <w:tcPr>
        <w:tcBorders>
          <w:top w:val="nil"/>
          <w:left w:val="nil"/>
          <w:bottom w:val="single" w:sz="18" w:space="0" w:color="FFFFFF" w:themeColor="background1"/>
          <w:right w:val="nil"/>
          <w:insideH w:val="nil"/>
          <w:insideV w:val="nil"/>
        </w:tcBorders>
        <w:shd w:val="clear" w:color="auto" w:fill="000000" w:themeFill="text1"/>
      </w:tcPr>
    </w:tblStylePr>
    <w:tblStylePr w:type="lastRow">
      <w:tblPr/>
      <w:tcPr>
        <w:tcBorders>
          <w:top w:val="single" w:sz="18" w:space="0" w:color="FFFFFF" w:themeColor="background1"/>
          <w:left w:val="nil"/>
          <w:bottom w:val="nil"/>
          <w:right w:val="nil"/>
          <w:insideH w:val="nil"/>
          <w:insideV w:val="nil"/>
        </w:tcBorders>
        <w:shd w:val="clear" w:color="auto" w:fill="3F3151" w:themeFill="accent4" w:themeFillShade="7F"/>
      </w:tcPr>
    </w:tblStylePr>
    <w:tblStylePr w:type="firstCol">
      <w:tblPr/>
      <w:tcPr>
        <w:tcBorders>
          <w:top w:val="nil"/>
          <w:left w:val="nil"/>
          <w:bottom w:val="nil"/>
          <w:right w:val="single" w:sz="18" w:space="0" w:color="FFFFFF" w:themeColor="background1"/>
          <w:insideH w:val="nil"/>
          <w:insideV w:val="nil"/>
        </w:tcBorders>
        <w:shd w:val="clear" w:color="auto" w:fill="5F497A" w:themeFill="accent4" w:themeFillShade="BF"/>
      </w:tcPr>
    </w:tblStylePr>
    <w:tblStylePr w:type="lastCol">
      <w:tblPr/>
      <w:tcPr>
        <w:tcBorders>
          <w:top w:val="nil"/>
          <w:left w:val="single" w:sz="18" w:space="0" w:color="FFFFFF" w:themeColor="background1"/>
          <w:bottom w:val="nil"/>
          <w:right w:val="nil"/>
          <w:insideH w:val="nil"/>
          <w:insideV w:val="nil"/>
        </w:tcBorders>
        <w:shd w:val="clear" w:color="auto" w:fill="5F497A" w:themeFill="accent4" w:themeFillShade="BF"/>
      </w:tcPr>
    </w:tblStylePr>
    <w:tblStylePr w:type="band1Vert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5F497A" w:themeFill="accent4" w:themeFillShade="BF"/>
      </w:tcPr>
    </w:tblStylePr>
    <w:tblStylePr w:type="band1Horz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5F497A" w:themeFill="accent4" w:themeFillShade="BF"/>
      </w:tcPr>
    </w:tblStylePr>
  </w:style>
  <w:style w:type="table" w:styleId="DarkList-Accent5">
    <w:name w:val="Dark List Accent 5"/>
    <w:basedOn w:val="TableNormal"/>
    <w:uiPriority w:val="70"/>
    <w:rsid w:val="00CB0664"/>
    <w:pPr>
      <w:spacing w:after="0" w:line="240" w:lineRule="auto"/>
    </w:pPr>
    <w:rPr>
      <w:color w:val="FFFFFF" w:themeColor="background1"/>
    </w:rPr>
    <w:tblPr>
      <w:tblStyleRowBandSize w:val="1"/>
      <w:tblStyleColBandSize w:val="1"/>
      <w:tblInd w:w="0" w:type="dxa"/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4BACC6" w:themeFill="accent5"/>
    </w:tcPr>
    <w:tblStylePr w:type="firstRow">
      <w:rPr>
        <w:b/>
        <w:bCs/>
      </w:rPr>
      <w:tblPr/>
      <w:tcPr>
        <w:tcBorders>
          <w:top w:val="nil"/>
          <w:left w:val="nil"/>
          <w:bottom w:val="single" w:sz="18" w:space="0" w:color="FFFFFF" w:themeColor="background1"/>
          <w:right w:val="nil"/>
          <w:insideH w:val="nil"/>
          <w:insideV w:val="nil"/>
        </w:tcBorders>
        <w:shd w:val="clear" w:color="auto" w:fill="000000" w:themeFill="text1"/>
      </w:tcPr>
    </w:tblStylePr>
    <w:tblStylePr w:type="lastRow">
      <w:tblPr/>
      <w:tcPr>
        <w:tcBorders>
          <w:top w:val="single" w:sz="18" w:space="0" w:color="FFFFFF" w:themeColor="background1"/>
          <w:left w:val="nil"/>
          <w:bottom w:val="nil"/>
          <w:right w:val="nil"/>
          <w:insideH w:val="nil"/>
          <w:insideV w:val="nil"/>
        </w:tcBorders>
        <w:shd w:val="clear" w:color="auto" w:fill="205867" w:themeFill="accent5" w:themeFillShade="7F"/>
      </w:tcPr>
    </w:tblStylePr>
    <w:tblStylePr w:type="firstCol">
      <w:tblPr/>
      <w:tcPr>
        <w:tcBorders>
          <w:top w:val="nil"/>
          <w:left w:val="nil"/>
          <w:bottom w:val="nil"/>
          <w:right w:val="single" w:sz="18" w:space="0" w:color="FFFFFF" w:themeColor="background1"/>
          <w:insideH w:val="nil"/>
          <w:insideV w:val="nil"/>
        </w:tcBorders>
        <w:shd w:val="clear" w:color="auto" w:fill="31849B" w:themeFill="accent5" w:themeFillShade="BF"/>
      </w:tcPr>
    </w:tblStylePr>
    <w:tblStylePr w:type="lastCol">
      <w:tblPr/>
      <w:tcPr>
        <w:tcBorders>
          <w:top w:val="nil"/>
          <w:left w:val="single" w:sz="18" w:space="0" w:color="FFFFFF" w:themeColor="background1"/>
          <w:bottom w:val="nil"/>
          <w:right w:val="nil"/>
          <w:insideH w:val="nil"/>
          <w:insideV w:val="nil"/>
        </w:tcBorders>
        <w:shd w:val="clear" w:color="auto" w:fill="31849B" w:themeFill="accent5" w:themeFillShade="BF"/>
      </w:tcPr>
    </w:tblStylePr>
    <w:tblStylePr w:type="band1Vert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31849B" w:themeFill="accent5" w:themeFillShade="BF"/>
      </w:tcPr>
    </w:tblStylePr>
    <w:tblStylePr w:type="band1Horz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31849B" w:themeFill="accent5" w:themeFillShade="BF"/>
      </w:tcPr>
    </w:tblStylePr>
  </w:style>
  <w:style w:type="table" w:styleId="DarkList-Accent6">
    <w:name w:val="Dark List Accent 6"/>
    <w:basedOn w:val="TableNormal"/>
    <w:uiPriority w:val="70"/>
    <w:rsid w:val="00CB0664"/>
    <w:pPr>
      <w:spacing w:after="0" w:line="240" w:lineRule="auto"/>
    </w:pPr>
    <w:rPr>
      <w:color w:val="FFFFFF" w:themeColor="background1"/>
    </w:rPr>
    <w:tblPr>
      <w:tblStyleRowBandSize w:val="1"/>
      <w:tblStyleColBandSize w:val="1"/>
      <w:tblInd w:w="0" w:type="dxa"/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F79646" w:themeFill="accent6"/>
    </w:tcPr>
    <w:tblStylePr w:type="firstRow">
      <w:rPr>
        <w:b/>
        <w:bCs/>
      </w:rPr>
      <w:tblPr/>
      <w:tcPr>
        <w:tcBorders>
          <w:top w:val="nil"/>
          <w:left w:val="nil"/>
          <w:bottom w:val="single" w:sz="18" w:space="0" w:color="FFFFFF" w:themeColor="background1"/>
          <w:right w:val="nil"/>
          <w:insideH w:val="nil"/>
          <w:insideV w:val="nil"/>
        </w:tcBorders>
        <w:shd w:val="clear" w:color="auto" w:fill="000000" w:themeFill="text1"/>
      </w:tcPr>
    </w:tblStylePr>
    <w:tblStylePr w:type="lastRow">
      <w:tblPr/>
      <w:tcPr>
        <w:tcBorders>
          <w:top w:val="single" w:sz="18" w:space="0" w:color="FFFFFF" w:themeColor="background1"/>
          <w:left w:val="nil"/>
          <w:bottom w:val="nil"/>
          <w:right w:val="nil"/>
          <w:insideH w:val="nil"/>
          <w:insideV w:val="nil"/>
        </w:tcBorders>
        <w:shd w:val="clear" w:color="auto" w:fill="974706" w:themeFill="accent6" w:themeFillShade="7F"/>
      </w:tcPr>
    </w:tblStylePr>
    <w:tblStylePr w:type="firstCol">
      <w:tblPr/>
      <w:tcPr>
        <w:tcBorders>
          <w:top w:val="nil"/>
          <w:left w:val="nil"/>
          <w:bottom w:val="nil"/>
          <w:right w:val="single" w:sz="18" w:space="0" w:color="FFFFFF" w:themeColor="background1"/>
          <w:insideH w:val="nil"/>
          <w:insideV w:val="nil"/>
        </w:tcBorders>
        <w:shd w:val="clear" w:color="auto" w:fill="E36C0A" w:themeFill="accent6" w:themeFillShade="BF"/>
      </w:tcPr>
    </w:tblStylePr>
    <w:tblStylePr w:type="lastCol">
      <w:tblPr/>
      <w:tcPr>
        <w:tcBorders>
          <w:top w:val="nil"/>
          <w:left w:val="single" w:sz="18" w:space="0" w:color="FFFFFF" w:themeColor="background1"/>
          <w:bottom w:val="nil"/>
          <w:right w:val="nil"/>
          <w:insideH w:val="nil"/>
          <w:insideV w:val="nil"/>
        </w:tcBorders>
        <w:shd w:val="clear" w:color="auto" w:fill="E36C0A" w:themeFill="accent6" w:themeFillShade="BF"/>
      </w:tcPr>
    </w:tblStylePr>
    <w:tblStylePr w:type="band1Vert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E36C0A" w:themeFill="accent6" w:themeFillShade="BF"/>
      </w:tcPr>
    </w:tblStylePr>
    <w:tblStylePr w:type="band1Horz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E36C0A" w:themeFill="accent6" w:themeFillShade="BF"/>
      </w:tcPr>
    </w:tblStylePr>
  </w:style>
  <w:style w:type="table" w:styleId="ColorfulShading">
    <w:name w:val="Colorful Shading"/>
    <w:basedOn w:val="TableNormal"/>
    <w:uiPriority w:val="71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top w:val="single" w:sz="24" w:space="0" w:color="C0504D" w:themeColor="accent2"/>
        <w:left w:val="single" w:sz="4" w:space="0" w:color="000000" w:themeColor="text1"/>
        <w:bottom w:val="single" w:sz="4" w:space="0" w:color="000000" w:themeColor="text1"/>
        <w:right w:val="single" w:sz="4" w:space="0" w:color="000000" w:themeColor="text1"/>
        <w:insideH w:val="single" w:sz="4" w:space="0" w:color="FFFFFF" w:themeColor="background1"/>
        <w:insideV w:val="single" w:sz="4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E6E6E6" w:themeFill="text1" w:themeFillTint="19"/>
    </w:tcPr>
    <w:tblStylePr w:type="firstRow">
      <w:rPr>
        <w:b/>
        <w:bCs/>
      </w:rPr>
      <w:tblPr/>
      <w:tcPr>
        <w:tcBorders>
          <w:top w:val="nil"/>
          <w:left w:val="nil"/>
          <w:bottom w:val="single" w:sz="24" w:space="0" w:color="C0504D" w:themeColor="accent2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Row">
      <w:rPr>
        <w:b/>
        <w:bCs/>
        <w:color w:val="FFFFFF" w:themeColor="background1"/>
      </w:rPr>
      <w:tblPr/>
      <w:tcPr>
        <w:tcBorders>
          <w:top w:val="single" w:sz="6" w:space="0" w:color="FFFFFF" w:themeColor="background1"/>
        </w:tcBorders>
        <w:shd w:val="clear" w:color="auto" w:fill="000000" w:themeFill="text1" w:themeFillShade="99"/>
      </w:tcPr>
    </w:tblStylePr>
    <w:tblStylePr w:type="firstCol">
      <w:rPr>
        <w:color w:val="FFFFFF" w:themeColor="background1"/>
      </w:rPr>
      <w:tblPr/>
      <w:tcPr>
        <w:tcBorders>
          <w:top w:val="nil"/>
          <w:left w:val="nil"/>
          <w:bottom w:val="nil"/>
          <w:right w:val="nil"/>
          <w:insideH w:val="single" w:sz="4" w:space="0" w:color="000000" w:themeColor="text1" w:themeShade="99"/>
          <w:insideV w:val="nil"/>
        </w:tcBorders>
        <w:shd w:val="clear" w:color="auto" w:fill="000000" w:themeFill="text1" w:themeFillShade="99"/>
      </w:tcPr>
    </w:tblStylePr>
    <w:tblStylePr w:type="lastCol">
      <w:rPr>
        <w:color w:val="FFFFFF" w:themeColor="background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000000" w:themeFill="text1" w:themeFillShade="BF"/>
      </w:tcPr>
    </w:tblStylePr>
    <w:tblStylePr w:type="band1Vert">
      <w:tblPr/>
      <w:tcPr>
        <w:shd w:val="clear" w:color="auto" w:fill="999999" w:themeFill="text1" w:themeFillTint="66"/>
      </w:tcPr>
    </w:tblStylePr>
    <w:tblStylePr w:type="band1Horz">
      <w:tblPr/>
      <w:tcPr>
        <w:shd w:val="clear" w:color="auto" w:fill="808080" w:themeFill="text1" w:themeFillTint="7F"/>
      </w:tcPr>
    </w:tblStylePr>
    <w:tblStylePr w:type="neCell">
      <w:rPr>
        <w:color w:val="000000" w:themeColor="text1"/>
      </w:rPr>
    </w:tblStylePr>
    <w:tblStylePr w:type="nwCell">
      <w:rPr>
        <w:color w:val="000000" w:themeColor="text1"/>
      </w:rPr>
    </w:tblStylePr>
  </w:style>
  <w:style w:type="table" w:styleId="ColorfulShading-Accent1">
    <w:name w:val="Colorful Shading Accent 1"/>
    <w:basedOn w:val="TableNormal"/>
    <w:uiPriority w:val="71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top w:val="single" w:sz="24" w:space="0" w:color="C0504D" w:themeColor="accent2"/>
        <w:left w:val="single" w:sz="4" w:space="0" w:color="4F81BD" w:themeColor="accent1"/>
        <w:bottom w:val="single" w:sz="4" w:space="0" w:color="4F81BD" w:themeColor="accent1"/>
        <w:right w:val="single" w:sz="4" w:space="0" w:color="4F81BD" w:themeColor="accent1"/>
        <w:insideH w:val="single" w:sz="4" w:space="0" w:color="FFFFFF" w:themeColor="background1"/>
        <w:insideV w:val="single" w:sz="4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EDF2F8" w:themeFill="accent1" w:themeFillTint="19"/>
    </w:tcPr>
    <w:tblStylePr w:type="firstRow">
      <w:rPr>
        <w:b/>
        <w:bCs/>
      </w:rPr>
      <w:tblPr/>
      <w:tcPr>
        <w:tcBorders>
          <w:top w:val="nil"/>
          <w:left w:val="nil"/>
          <w:bottom w:val="single" w:sz="24" w:space="0" w:color="C0504D" w:themeColor="accent2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Row">
      <w:rPr>
        <w:b/>
        <w:bCs/>
        <w:color w:val="FFFFFF" w:themeColor="background1"/>
      </w:rPr>
      <w:tblPr/>
      <w:tcPr>
        <w:tcBorders>
          <w:top w:val="single" w:sz="6" w:space="0" w:color="FFFFFF" w:themeColor="background1"/>
        </w:tcBorders>
        <w:shd w:val="clear" w:color="auto" w:fill="2C4C74" w:themeFill="accent1" w:themeFillShade="99"/>
      </w:tcPr>
    </w:tblStylePr>
    <w:tblStylePr w:type="firstCol">
      <w:rPr>
        <w:color w:val="FFFFFF" w:themeColor="background1"/>
      </w:rPr>
      <w:tblPr/>
      <w:tcPr>
        <w:tcBorders>
          <w:top w:val="nil"/>
          <w:left w:val="nil"/>
          <w:bottom w:val="nil"/>
          <w:right w:val="nil"/>
          <w:insideH w:val="single" w:sz="4" w:space="0" w:color="2C4C74" w:themeColor="accent1" w:themeShade="99"/>
          <w:insideV w:val="nil"/>
        </w:tcBorders>
        <w:shd w:val="clear" w:color="auto" w:fill="2C4C74" w:themeFill="accent1" w:themeFillShade="99"/>
      </w:tcPr>
    </w:tblStylePr>
    <w:tblStylePr w:type="lastCol">
      <w:rPr>
        <w:color w:val="FFFFFF" w:themeColor="background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2C4C74" w:themeFill="accent1" w:themeFillShade="99"/>
      </w:tcPr>
    </w:tblStylePr>
    <w:tblStylePr w:type="band1Vert">
      <w:tblPr/>
      <w:tcPr>
        <w:shd w:val="clear" w:color="auto" w:fill="B8CCE4" w:themeFill="accent1" w:themeFillTint="66"/>
      </w:tcPr>
    </w:tblStylePr>
    <w:tblStylePr w:type="band1Horz">
      <w:tblPr/>
      <w:tcPr>
        <w:shd w:val="clear" w:color="auto" w:fill="A7BFDE" w:themeFill="accent1" w:themeFillTint="7F"/>
      </w:tcPr>
    </w:tblStylePr>
    <w:tblStylePr w:type="neCell">
      <w:rPr>
        <w:color w:val="000000" w:themeColor="text1"/>
      </w:rPr>
    </w:tblStylePr>
    <w:tblStylePr w:type="nwCell">
      <w:rPr>
        <w:color w:val="000000" w:themeColor="text1"/>
      </w:rPr>
    </w:tblStylePr>
  </w:style>
  <w:style w:type="table" w:styleId="ColorfulShading-Accent2">
    <w:name w:val="Colorful Shading Accent 2"/>
    <w:basedOn w:val="TableNormal"/>
    <w:uiPriority w:val="71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top w:val="single" w:sz="24" w:space="0" w:color="C0504D" w:themeColor="accent2"/>
        <w:left w:val="single" w:sz="4" w:space="0" w:color="C0504D" w:themeColor="accent2"/>
        <w:bottom w:val="single" w:sz="4" w:space="0" w:color="C0504D" w:themeColor="accent2"/>
        <w:right w:val="single" w:sz="4" w:space="0" w:color="C0504D" w:themeColor="accent2"/>
        <w:insideH w:val="single" w:sz="4" w:space="0" w:color="FFFFFF" w:themeColor="background1"/>
        <w:insideV w:val="single" w:sz="4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F8EDED" w:themeFill="accent2" w:themeFillTint="19"/>
    </w:tcPr>
    <w:tblStylePr w:type="firstRow">
      <w:rPr>
        <w:b/>
        <w:bCs/>
      </w:rPr>
      <w:tblPr/>
      <w:tcPr>
        <w:tcBorders>
          <w:top w:val="nil"/>
          <w:left w:val="nil"/>
          <w:bottom w:val="single" w:sz="24" w:space="0" w:color="C0504D" w:themeColor="accent2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Row">
      <w:rPr>
        <w:b/>
        <w:bCs/>
        <w:color w:val="FFFFFF" w:themeColor="background1"/>
      </w:rPr>
      <w:tblPr/>
      <w:tcPr>
        <w:tcBorders>
          <w:top w:val="single" w:sz="6" w:space="0" w:color="FFFFFF" w:themeColor="background1"/>
        </w:tcBorders>
        <w:shd w:val="clear" w:color="auto" w:fill="772C2A" w:themeFill="accent2" w:themeFillShade="99"/>
      </w:tcPr>
    </w:tblStylePr>
    <w:tblStylePr w:type="firstCol">
      <w:rPr>
        <w:color w:val="FFFFFF" w:themeColor="background1"/>
      </w:rPr>
      <w:tblPr/>
      <w:tcPr>
        <w:tcBorders>
          <w:top w:val="nil"/>
          <w:left w:val="nil"/>
          <w:bottom w:val="nil"/>
          <w:right w:val="nil"/>
          <w:insideH w:val="single" w:sz="4" w:space="0" w:color="772C2A" w:themeColor="accent2" w:themeShade="99"/>
          <w:insideV w:val="nil"/>
        </w:tcBorders>
        <w:shd w:val="clear" w:color="auto" w:fill="772C2A" w:themeFill="accent2" w:themeFillShade="99"/>
      </w:tcPr>
    </w:tblStylePr>
    <w:tblStylePr w:type="lastCol">
      <w:rPr>
        <w:color w:val="FFFFFF" w:themeColor="background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772C2A" w:themeFill="accent2" w:themeFillShade="99"/>
      </w:tcPr>
    </w:tblStylePr>
    <w:tblStylePr w:type="band1Vert">
      <w:tblPr/>
      <w:tcPr>
        <w:shd w:val="clear" w:color="auto" w:fill="E5B8B7" w:themeFill="accent2" w:themeFillTint="66"/>
      </w:tcPr>
    </w:tblStylePr>
    <w:tblStylePr w:type="band1Horz">
      <w:tblPr/>
      <w:tcPr>
        <w:shd w:val="clear" w:color="auto" w:fill="DFA7A6" w:themeFill="accent2" w:themeFillTint="7F"/>
      </w:tcPr>
    </w:tblStylePr>
    <w:tblStylePr w:type="neCell">
      <w:rPr>
        <w:color w:val="000000" w:themeColor="text1"/>
      </w:rPr>
    </w:tblStylePr>
    <w:tblStylePr w:type="nwCell">
      <w:rPr>
        <w:color w:val="000000" w:themeColor="text1"/>
      </w:rPr>
    </w:tblStylePr>
  </w:style>
  <w:style w:type="table" w:styleId="ColorfulShading-Accent3">
    <w:name w:val="Colorful Shading Accent 3"/>
    <w:basedOn w:val="TableNormal"/>
    <w:uiPriority w:val="71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top w:val="single" w:sz="24" w:space="0" w:color="8064A2" w:themeColor="accent4"/>
        <w:left w:val="single" w:sz="4" w:space="0" w:color="9BBB59" w:themeColor="accent3"/>
        <w:bottom w:val="single" w:sz="4" w:space="0" w:color="9BBB59" w:themeColor="accent3"/>
        <w:right w:val="single" w:sz="4" w:space="0" w:color="9BBB59" w:themeColor="accent3"/>
        <w:insideH w:val="single" w:sz="4" w:space="0" w:color="FFFFFF" w:themeColor="background1"/>
        <w:insideV w:val="single" w:sz="4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F5F8EE" w:themeFill="accent3" w:themeFillTint="19"/>
    </w:tcPr>
    <w:tblStylePr w:type="firstRow">
      <w:rPr>
        <w:b/>
        <w:bCs/>
      </w:rPr>
      <w:tblPr/>
      <w:tcPr>
        <w:tcBorders>
          <w:top w:val="nil"/>
          <w:left w:val="nil"/>
          <w:bottom w:val="single" w:sz="24" w:space="0" w:color="8064A2" w:themeColor="accent4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Row">
      <w:rPr>
        <w:b/>
        <w:bCs/>
        <w:color w:val="FFFFFF" w:themeColor="background1"/>
      </w:rPr>
      <w:tblPr/>
      <w:tcPr>
        <w:tcBorders>
          <w:top w:val="single" w:sz="6" w:space="0" w:color="FFFFFF" w:themeColor="background1"/>
        </w:tcBorders>
        <w:shd w:val="clear" w:color="auto" w:fill="5E7530" w:themeFill="accent3" w:themeFillShade="99"/>
      </w:tcPr>
    </w:tblStylePr>
    <w:tblStylePr w:type="firstCol">
      <w:rPr>
        <w:color w:val="FFFFFF" w:themeColor="background1"/>
      </w:rPr>
      <w:tblPr/>
      <w:tcPr>
        <w:tcBorders>
          <w:top w:val="nil"/>
          <w:left w:val="nil"/>
          <w:bottom w:val="nil"/>
          <w:right w:val="nil"/>
          <w:insideH w:val="single" w:sz="4" w:space="0" w:color="5E7530" w:themeColor="accent3" w:themeShade="99"/>
          <w:insideV w:val="nil"/>
        </w:tcBorders>
        <w:shd w:val="clear" w:color="auto" w:fill="5E7530" w:themeFill="accent3" w:themeFillShade="99"/>
      </w:tcPr>
    </w:tblStylePr>
    <w:tblStylePr w:type="lastCol">
      <w:rPr>
        <w:color w:val="FFFFFF" w:themeColor="background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5E7530" w:themeFill="accent3" w:themeFillShade="99"/>
      </w:tcPr>
    </w:tblStylePr>
    <w:tblStylePr w:type="band1Vert">
      <w:tblPr/>
      <w:tcPr>
        <w:shd w:val="clear" w:color="auto" w:fill="D6E3BC" w:themeFill="accent3" w:themeFillTint="66"/>
      </w:tcPr>
    </w:tblStylePr>
    <w:tblStylePr w:type="band1Horz">
      <w:tblPr/>
      <w:tcPr>
        <w:shd w:val="clear" w:color="auto" w:fill="CDDDAC" w:themeFill="accent3" w:themeFillTint="7F"/>
      </w:tcPr>
    </w:tblStylePr>
  </w:style>
  <w:style w:type="table" w:styleId="ColorfulShading-Accent4">
    <w:name w:val="Colorful Shading Accent 4"/>
    <w:basedOn w:val="TableNormal"/>
    <w:uiPriority w:val="71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top w:val="single" w:sz="24" w:space="0" w:color="9BBB59" w:themeColor="accent3"/>
        <w:left w:val="single" w:sz="4" w:space="0" w:color="8064A2" w:themeColor="accent4"/>
        <w:bottom w:val="single" w:sz="4" w:space="0" w:color="8064A2" w:themeColor="accent4"/>
        <w:right w:val="single" w:sz="4" w:space="0" w:color="8064A2" w:themeColor="accent4"/>
        <w:insideH w:val="single" w:sz="4" w:space="0" w:color="FFFFFF" w:themeColor="background1"/>
        <w:insideV w:val="single" w:sz="4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F2EFF6" w:themeFill="accent4" w:themeFillTint="19"/>
    </w:tcPr>
    <w:tblStylePr w:type="firstRow">
      <w:rPr>
        <w:b/>
        <w:bCs/>
      </w:rPr>
      <w:tblPr/>
      <w:tcPr>
        <w:tcBorders>
          <w:top w:val="nil"/>
          <w:left w:val="nil"/>
          <w:bottom w:val="single" w:sz="24" w:space="0" w:color="9BBB59" w:themeColor="accent3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Row">
      <w:rPr>
        <w:b/>
        <w:bCs/>
        <w:color w:val="FFFFFF" w:themeColor="background1"/>
      </w:rPr>
      <w:tblPr/>
      <w:tcPr>
        <w:tcBorders>
          <w:top w:val="single" w:sz="6" w:space="0" w:color="FFFFFF" w:themeColor="background1"/>
        </w:tcBorders>
        <w:shd w:val="clear" w:color="auto" w:fill="4C3B62" w:themeFill="accent4" w:themeFillShade="99"/>
      </w:tcPr>
    </w:tblStylePr>
    <w:tblStylePr w:type="firstCol">
      <w:rPr>
        <w:color w:val="FFFFFF" w:themeColor="background1"/>
      </w:rPr>
      <w:tblPr/>
      <w:tcPr>
        <w:tcBorders>
          <w:top w:val="nil"/>
          <w:left w:val="nil"/>
          <w:bottom w:val="nil"/>
          <w:right w:val="nil"/>
          <w:insideH w:val="single" w:sz="4" w:space="0" w:color="4C3B62" w:themeColor="accent4" w:themeShade="99"/>
          <w:insideV w:val="nil"/>
        </w:tcBorders>
        <w:shd w:val="clear" w:color="auto" w:fill="4C3B62" w:themeFill="accent4" w:themeFillShade="99"/>
      </w:tcPr>
    </w:tblStylePr>
    <w:tblStylePr w:type="lastCol">
      <w:rPr>
        <w:color w:val="FFFFFF" w:themeColor="background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4C3B62" w:themeFill="accent4" w:themeFillShade="99"/>
      </w:tcPr>
    </w:tblStylePr>
    <w:tblStylePr w:type="band1Vert">
      <w:tblPr/>
      <w:tcPr>
        <w:shd w:val="clear" w:color="auto" w:fill="CCC0D9" w:themeFill="accent4" w:themeFillTint="66"/>
      </w:tcPr>
    </w:tblStylePr>
    <w:tblStylePr w:type="band1Horz">
      <w:tblPr/>
      <w:tcPr>
        <w:shd w:val="clear" w:color="auto" w:fill="BFB1D0" w:themeFill="accent4" w:themeFillTint="7F"/>
      </w:tcPr>
    </w:tblStylePr>
    <w:tblStylePr w:type="neCell">
      <w:rPr>
        <w:color w:val="000000" w:themeColor="text1"/>
      </w:rPr>
    </w:tblStylePr>
    <w:tblStylePr w:type="nwCell">
      <w:rPr>
        <w:color w:val="000000" w:themeColor="text1"/>
      </w:rPr>
    </w:tblStylePr>
  </w:style>
  <w:style w:type="table" w:styleId="ColorfulShading-Accent5">
    <w:name w:val="Colorful Shading Accent 5"/>
    <w:basedOn w:val="TableNormal"/>
    <w:uiPriority w:val="71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top w:val="single" w:sz="24" w:space="0" w:color="F79646" w:themeColor="accent6"/>
        <w:left w:val="single" w:sz="4" w:space="0" w:color="4BACC6" w:themeColor="accent5"/>
        <w:bottom w:val="single" w:sz="4" w:space="0" w:color="4BACC6" w:themeColor="accent5"/>
        <w:right w:val="single" w:sz="4" w:space="0" w:color="4BACC6" w:themeColor="accent5"/>
        <w:insideH w:val="single" w:sz="4" w:space="0" w:color="FFFFFF" w:themeColor="background1"/>
        <w:insideV w:val="single" w:sz="4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EDF6F9" w:themeFill="accent5" w:themeFillTint="19"/>
    </w:tcPr>
    <w:tblStylePr w:type="firstRow">
      <w:rPr>
        <w:b/>
        <w:bCs/>
      </w:rPr>
      <w:tblPr/>
      <w:tcPr>
        <w:tcBorders>
          <w:top w:val="nil"/>
          <w:left w:val="nil"/>
          <w:bottom w:val="single" w:sz="24" w:space="0" w:color="F79646" w:themeColor="accent6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Row">
      <w:rPr>
        <w:b/>
        <w:bCs/>
        <w:color w:val="FFFFFF" w:themeColor="background1"/>
      </w:rPr>
      <w:tblPr/>
      <w:tcPr>
        <w:tcBorders>
          <w:top w:val="single" w:sz="6" w:space="0" w:color="FFFFFF" w:themeColor="background1"/>
        </w:tcBorders>
        <w:shd w:val="clear" w:color="auto" w:fill="276A7C" w:themeFill="accent5" w:themeFillShade="99"/>
      </w:tcPr>
    </w:tblStylePr>
    <w:tblStylePr w:type="firstCol">
      <w:rPr>
        <w:color w:val="FFFFFF" w:themeColor="background1"/>
      </w:rPr>
      <w:tblPr/>
      <w:tcPr>
        <w:tcBorders>
          <w:top w:val="nil"/>
          <w:left w:val="nil"/>
          <w:bottom w:val="nil"/>
          <w:right w:val="nil"/>
          <w:insideH w:val="single" w:sz="4" w:space="0" w:color="276A7C" w:themeColor="accent5" w:themeShade="99"/>
          <w:insideV w:val="nil"/>
        </w:tcBorders>
        <w:shd w:val="clear" w:color="auto" w:fill="276A7C" w:themeFill="accent5" w:themeFillShade="99"/>
      </w:tcPr>
    </w:tblStylePr>
    <w:tblStylePr w:type="lastCol">
      <w:rPr>
        <w:color w:val="FFFFFF" w:themeColor="background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276A7C" w:themeFill="accent5" w:themeFillShade="99"/>
      </w:tcPr>
    </w:tblStylePr>
    <w:tblStylePr w:type="band1Vert">
      <w:tblPr/>
      <w:tcPr>
        <w:shd w:val="clear" w:color="auto" w:fill="B6DDE8" w:themeFill="accent5" w:themeFillTint="66"/>
      </w:tcPr>
    </w:tblStylePr>
    <w:tblStylePr w:type="band1Horz">
      <w:tblPr/>
      <w:tcPr>
        <w:shd w:val="clear" w:color="auto" w:fill="A5D5E2" w:themeFill="accent5" w:themeFillTint="7F"/>
      </w:tcPr>
    </w:tblStylePr>
    <w:tblStylePr w:type="neCell">
      <w:rPr>
        <w:color w:val="000000" w:themeColor="text1"/>
      </w:rPr>
    </w:tblStylePr>
    <w:tblStylePr w:type="nwCell">
      <w:rPr>
        <w:color w:val="000000" w:themeColor="text1"/>
      </w:rPr>
    </w:tblStylePr>
  </w:style>
  <w:style w:type="table" w:styleId="ColorfulShading-Accent6">
    <w:name w:val="Colorful Shading Accent 6"/>
    <w:basedOn w:val="TableNormal"/>
    <w:uiPriority w:val="71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top w:val="single" w:sz="24" w:space="0" w:color="4BACC6" w:themeColor="accent5"/>
        <w:left w:val="single" w:sz="4" w:space="0" w:color="F79646" w:themeColor="accent6"/>
        <w:bottom w:val="single" w:sz="4" w:space="0" w:color="F79646" w:themeColor="accent6"/>
        <w:right w:val="single" w:sz="4" w:space="0" w:color="F79646" w:themeColor="accent6"/>
        <w:insideH w:val="single" w:sz="4" w:space="0" w:color="FFFFFF" w:themeColor="background1"/>
        <w:insideV w:val="single" w:sz="4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FEF4EC" w:themeFill="accent6" w:themeFillTint="19"/>
    </w:tcPr>
    <w:tblStylePr w:type="firstRow">
      <w:rPr>
        <w:b/>
        <w:bCs/>
      </w:rPr>
      <w:tblPr/>
      <w:tcPr>
        <w:tcBorders>
          <w:top w:val="nil"/>
          <w:left w:val="nil"/>
          <w:bottom w:val="single" w:sz="24" w:space="0" w:color="4BACC6" w:themeColor="accent5"/>
          <w:right w:val="nil"/>
          <w:insideH w:val="nil"/>
          <w:insideV w:val="nil"/>
        </w:tcBorders>
        <w:shd w:val="clear" w:color="auto" w:fill="FFFFFF" w:themeFill="background1"/>
      </w:tcPr>
    </w:tblStylePr>
    <w:tblStylePr w:type="lastRow">
      <w:rPr>
        <w:b/>
        <w:bCs/>
        <w:color w:val="FFFFFF" w:themeColor="background1"/>
      </w:rPr>
      <w:tblPr/>
      <w:tcPr>
        <w:tcBorders>
          <w:top w:val="single" w:sz="6" w:space="0" w:color="FFFFFF" w:themeColor="background1"/>
        </w:tcBorders>
        <w:shd w:val="clear" w:color="auto" w:fill="B65608" w:themeFill="accent6" w:themeFillShade="99"/>
      </w:tcPr>
    </w:tblStylePr>
    <w:tblStylePr w:type="firstCol">
      <w:rPr>
        <w:color w:val="FFFFFF" w:themeColor="background1"/>
      </w:rPr>
      <w:tblPr/>
      <w:tcPr>
        <w:tcBorders>
          <w:top w:val="nil"/>
          <w:left w:val="nil"/>
          <w:bottom w:val="nil"/>
          <w:right w:val="nil"/>
          <w:insideH w:val="single" w:sz="4" w:space="0" w:color="B65608" w:themeColor="accent6" w:themeShade="99"/>
          <w:insideV w:val="nil"/>
        </w:tcBorders>
        <w:shd w:val="clear" w:color="auto" w:fill="B65608" w:themeFill="accent6" w:themeFillShade="99"/>
      </w:tcPr>
    </w:tblStylePr>
    <w:tblStylePr w:type="lastCol">
      <w:rPr>
        <w:color w:val="FFFFFF" w:themeColor="background1"/>
      </w:rPr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B65608" w:themeFill="accent6" w:themeFillShade="99"/>
      </w:tcPr>
    </w:tblStylePr>
    <w:tblStylePr w:type="band1Vert">
      <w:tblPr/>
      <w:tcPr>
        <w:shd w:val="clear" w:color="auto" w:fill="FBD4B4" w:themeFill="accent6" w:themeFillTint="66"/>
      </w:tcPr>
    </w:tblStylePr>
    <w:tblStylePr w:type="band1Horz">
      <w:tblPr/>
      <w:tcPr>
        <w:shd w:val="clear" w:color="auto" w:fill="FBCAA2" w:themeFill="accent6" w:themeFillTint="7F"/>
      </w:tcPr>
    </w:tblStylePr>
    <w:tblStylePr w:type="neCell">
      <w:rPr>
        <w:color w:val="000000" w:themeColor="text1"/>
      </w:rPr>
    </w:tblStylePr>
    <w:tblStylePr w:type="nwCell">
      <w:rPr>
        <w:color w:val="000000" w:themeColor="text1"/>
      </w:rPr>
    </w:tblStylePr>
  </w:style>
  <w:style w:type="table" w:styleId="ColorfulList">
    <w:name w:val="Colorful List"/>
    <w:basedOn w:val="TableNormal"/>
    <w:uiPriority w:val="72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E6E6E6" w:themeFill="text1" w:themeFillTint="19"/>
    </w:tcPr>
    <w:tblStylePr w:type="firstRow">
      <w:rPr>
        <w:b/>
        <w:bCs/>
        <w:color w:val="FFFFFF" w:themeColor="background1"/>
      </w:rPr>
      <w:tblPr/>
      <w:tcPr>
        <w:tcBorders>
          <w:bottom w:val="single" w:sz="12" w:space="0" w:color="FFFFFF" w:themeColor="background1"/>
        </w:tcBorders>
        <w:shd w:val="clear" w:color="auto" w:fill="9E3A38" w:themeFill="accent2" w:themeFillShade="CC"/>
      </w:tcPr>
    </w:tblStylePr>
    <w:tblStylePr w:type="lastRow">
      <w:rPr>
        <w:b/>
        <w:bCs/>
        <w:color w:val="9E3A38" w:themeColor="accent2" w:themeShade="CC"/>
      </w:rPr>
      <w:tblPr/>
      <w:tcPr>
        <w:tcBorders>
          <w:top w:val="single" w:sz="12" w:space="0" w:color="000000" w:themeColor="text1"/>
        </w:tcBorders>
        <w:shd w:val="clear" w:color="auto" w:fill="FFFFFF" w:themeFill="background1"/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C0C0C0" w:themeFill="text1" w:themeFillTint="3F"/>
      </w:tcPr>
    </w:tblStylePr>
    <w:tblStylePr w:type="band1Horz">
      <w:tblPr/>
      <w:tcPr>
        <w:shd w:val="clear" w:color="auto" w:fill="CCCCCC" w:themeFill="text1" w:themeFillTint="33"/>
      </w:tcPr>
    </w:tblStylePr>
  </w:style>
  <w:style w:type="table" w:styleId="ColorfulList-Accent1">
    <w:name w:val="Colorful List Accent 1"/>
    <w:basedOn w:val="TableNormal"/>
    <w:uiPriority w:val="72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EDF2F8" w:themeFill="accent1" w:themeFillTint="19"/>
    </w:tcPr>
    <w:tblStylePr w:type="firstRow">
      <w:rPr>
        <w:b/>
        <w:bCs/>
        <w:color w:val="FFFFFF" w:themeColor="background1"/>
      </w:rPr>
      <w:tblPr/>
      <w:tcPr>
        <w:tcBorders>
          <w:bottom w:val="single" w:sz="12" w:space="0" w:color="FFFFFF" w:themeColor="background1"/>
        </w:tcBorders>
        <w:shd w:val="clear" w:color="auto" w:fill="9E3A38" w:themeFill="accent2" w:themeFillShade="CC"/>
      </w:tcPr>
    </w:tblStylePr>
    <w:tblStylePr w:type="lastRow">
      <w:rPr>
        <w:b/>
        <w:bCs/>
        <w:color w:val="9E3A38" w:themeColor="accent2" w:themeShade="CC"/>
      </w:rPr>
      <w:tblPr/>
      <w:tcPr>
        <w:tcBorders>
          <w:top w:val="single" w:sz="12" w:space="0" w:color="000000" w:themeColor="text1"/>
        </w:tcBorders>
        <w:shd w:val="clear" w:color="auto" w:fill="FFFFFF" w:themeFill="background1"/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D3DFEE" w:themeFill="accent1" w:themeFillTint="3F"/>
      </w:tcPr>
    </w:tblStylePr>
    <w:tblStylePr w:type="band1Horz">
      <w:tblPr/>
      <w:tcPr>
        <w:shd w:val="clear" w:color="auto" w:fill="DBE5F1" w:themeFill="accent1" w:themeFillTint="33"/>
      </w:tcPr>
    </w:tblStylePr>
  </w:style>
  <w:style w:type="table" w:styleId="ColorfulList-Accent2">
    <w:name w:val="Colorful List Accent 2"/>
    <w:basedOn w:val="TableNormal"/>
    <w:uiPriority w:val="72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F8EDED" w:themeFill="accent2" w:themeFillTint="19"/>
    </w:tcPr>
    <w:tblStylePr w:type="firstRow">
      <w:rPr>
        <w:b/>
        <w:bCs/>
        <w:color w:val="FFFFFF" w:themeColor="background1"/>
      </w:rPr>
      <w:tblPr/>
      <w:tcPr>
        <w:tcBorders>
          <w:bottom w:val="single" w:sz="12" w:space="0" w:color="FFFFFF" w:themeColor="background1"/>
        </w:tcBorders>
        <w:shd w:val="clear" w:color="auto" w:fill="9E3A38" w:themeFill="accent2" w:themeFillShade="CC"/>
      </w:tcPr>
    </w:tblStylePr>
    <w:tblStylePr w:type="lastRow">
      <w:rPr>
        <w:b/>
        <w:bCs/>
        <w:color w:val="9E3A38" w:themeColor="accent2" w:themeShade="CC"/>
      </w:rPr>
      <w:tblPr/>
      <w:tcPr>
        <w:tcBorders>
          <w:top w:val="single" w:sz="12" w:space="0" w:color="000000" w:themeColor="text1"/>
        </w:tcBorders>
        <w:shd w:val="clear" w:color="auto" w:fill="FFFFFF" w:themeFill="background1"/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EFD3D2" w:themeFill="accent2" w:themeFillTint="3F"/>
      </w:tcPr>
    </w:tblStylePr>
    <w:tblStylePr w:type="band1Horz">
      <w:tblPr/>
      <w:tcPr>
        <w:shd w:val="clear" w:color="auto" w:fill="F2DBDB" w:themeFill="accent2" w:themeFillTint="33"/>
      </w:tcPr>
    </w:tblStylePr>
  </w:style>
  <w:style w:type="table" w:styleId="ColorfulList-Accent3">
    <w:name w:val="Colorful List Accent 3"/>
    <w:basedOn w:val="TableNormal"/>
    <w:uiPriority w:val="72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F5F8EE" w:themeFill="accent3" w:themeFillTint="19"/>
    </w:tcPr>
    <w:tblStylePr w:type="firstRow">
      <w:rPr>
        <w:b/>
        <w:bCs/>
        <w:color w:val="FFFFFF" w:themeColor="background1"/>
      </w:rPr>
      <w:tblPr/>
      <w:tcPr>
        <w:tcBorders>
          <w:bottom w:val="single" w:sz="12" w:space="0" w:color="FFFFFF" w:themeColor="background1"/>
        </w:tcBorders>
        <w:shd w:val="clear" w:color="auto" w:fill="664E82" w:themeFill="accent4" w:themeFillShade="CC"/>
      </w:tcPr>
    </w:tblStylePr>
    <w:tblStylePr w:type="lastRow">
      <w:rPr>
        <w:b/>
        <w:bCs/>
        <w:color w:val="664E82" w:themeColor="accent4" w:themeShade="CC"/>
      </w:rPr>
      <w:tblPr/>
      <w:tcPr>
        <w:tcBorders>
          <w:top w:val="single" w:sz="12" w:space="0" w:color="000000" w:themeColor="text1"/>
        </w:tcBorders>
        <w:shd w:val="clear" w:color="auto" w:fill="FFFFFF" w:themeFill="background1"/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E6EED5" w:themeFill="accent3" w:themeFillTint="3F"/>
      </w:tcPr>
    </w:tblStylePr>
    <w:tblStylePr w:type="band1Horz">
      <w:tblPr/>
      <w:tcPr>
        <w:shd w:val="clear" w:color="auto" w:fill="EAF1DD" w:themeFill="accent3" w:themeFillTint="33"/>
      </w:tcPr>
    </w:tblStylePr>
  </w:style>
  <w:style w:type="table" w:styleId="ColorfulList-Accent4">
    <w:name w:val="Colorful List Accent 4"/>
    <w:basedOn w:val="TableNormal"/>
    <w:uiPriority w:val="72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F2EFF6" w:themeFill="accent4" w:themeFillTint="19"/>
    </w:tcPr>
    <w:tblStylePr w:type="firstRow">
      <w:rPr>
        <w:b/>
        <w:bCs/>
        <w:color w:val="FFFFFF" w:themeColor="background1"/>
      </w:rPr>
      <w:tblPr/>
      <w:tcPr>
        <w:tcBorders>
          <w:bottom w:val="single" w:sz="12" w:space="0" w:color="FFFFFF" w:themeColor="background1"/>
        </w:tcBorders>
        <w:shd w:val="clear" w:color="auto" w:fill="7E9C40" w:themeFill="accent3" w:themeFillShade="CC"/>
      </w:tcPr>
    </w:tblStylePr>
    <w:tblStylePr w:type="lastRow">
      <w:rPr>
        <w:b/>
        <w:bCs/>
        <w:color w:val="7E9C40" w:themeColor="accent3" w:themeShade="CC"/>
      </w:rPr>
      <w:tblPr/>
      <w:tcPr>
        <w:tcBorders>
          <w:top w:val="single" w:sz="12" w:space="0" w:color="000000" w:themeColor="text1"/>
        </w:tcBorders>
        <w:shd w:val="clear" w:color="auto" w:fill="FFFFFF" w:themeFill="background1"/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DFD8E8" w:themeFill="accent4" w:themeFillTint="3F"/>
      </w:tcPr>
    </w:tblStylePr>
    <w:tblStylePr w:type="band1Horz">
      <w:tblPr/>
      <w:tcPr>
        <w:shd w:val="clear" w:color="auto" w:fill="E5DFEC" w:themeFill="accent4" w:themeFillTint="33"/>
      </w:tcPr>
    </w:tblStylePr>
  </w:style>
  <w:style w:type="table" w:styleId="ColorfulList-Accent5">
    <w:name w:val="Colorful List Accent 5"/>
    <w:basedOn w:val="TableNormal"/>
    <w:uiPriority w:val="72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EDF6F9" w:themeFill="accent5" w:themeFillTint="19"/>
    </w:tcPr>
    <w:tblStylePr w:type="firstRow">
      <w:rPr>
        <w:b/>
        <w:bCs/>
        <w:color w:val="FFFFFF" w:themeColor="background1"/>
      </w:rPr>
      <w:tblPr/>
      <w:tcPr>
        <w:tcBorders>
          <w:bottom w:val="single" w:sz="12" w:space="0" w:color="FFFFFF" w:themeColor="background1"/>
        </w:tcBorders>
        <w:shd w:val="clear" w:color="auto" w:fill="F2730A" w:themeFill="accent6" w:themeFillShade="CC"/>
      </w:tcPr>
    </w:tblStylePr>
    <w:tblStylePr w:type="lastRow">
      <w:rPr>
        <w:b/>
        <w:bCs/>
        <w:color w:val="F2730A" w:themeColor="accent6" w:themeShade="CC"/>
      </w:rPr>
      <w:tblPr/>
      <w:tcPr>
        <w:tcBorders>
          <w:top w:val="single" w:sz="12" w:space="0" w:color="000000" w:themeColor="text1"/>
        </w:tcBorders>
        <w:shd w:val="clear" w:color="auto" w:fill="FFFFFF" w:themeFill="background1"/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D2EAF1" w:themeFill="accent5" w:themeFillTint="3F"/>
      </w:tcPr>
    </w:tblStylePr>
    <w:tblStylePr w:type="band1Horz">
      <w:tblPr/>
      <w:tcPr>
        <w:shd w:val="clear" w:color="auto" w:fill="DAEEF3" w:themeFill="accent5" w:themeFillTint="33"/>
      </w:tcPr>
    </w:tblStylePr>
  </w:style>
  <w:style w:type="table" w:styleId="ColorfulList-Accent6">
    <w:name w:val="Colorful List Accent 6"/>
    <w:basedOn w:val="TableNormal"/>
    <w:uiPriority w:val="72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FEF4EC" w:themeFill="accent6" w:themeFillTint="19"/>
    </w:tcPr>
    <w:tblStylePr w:type="firstRow">
      <w:rPr>
        <w:b/>
        <w:bCs/>
        <w:color w:val="FFFFFF" w:themeColor="background1"/>
      </w:rPr>
      <w:tblPr/>
      <w:tcPr>
        <w:tcBorders>
          <w:bottom w:val="single" w:sz="12" w:space="0" w:color="FFFFFF" w:themeColor="background1"/>
        </w:tcBorders>
        <w:shd w:val="clear" w:color="auto" w:fill="348DA5" w:themeFill="accent5" w:themeFillShade="CC"/>
      </w:tcPr>
    </w:tblStylePr>
    <w:tblStylePr w:type="lastRow">
      <w:rPr>
        <w:b/>
        <w:bCs/>
        <w:color w:val="348DA5" w:themeColor="accent5" w:themeShade="CC"/>
      </w:rPr>
      <w:tblPr/>
      <w:tcPr>
        <w:tcBorders>
          <w:top w:val="single" w:sz="12" w:space="0" w:color="000000" w:themeColor="text1"/>
        </w:tcBorders>
        <w:shd w:val="clear" w:color="auto" w:fill="FFFFFF" w:themeFill="background1"/>
      </w:tcPr>
    </w:tblStylePr>
    <w:tblStylePr w:type="firstCol">
      <w:rPr>
        <w:b/>
        <w:bCs/>
      </w:rPr>
    </w:tblStylePr>
    <w:tblStylePr w:type="lastCol">
      <w:rPr>
        <w:b/>
        <w:bCs/>
      </w:rPr>
    </w:tblStylePr>
    <w:tblStylePr w:type="band1Vert">
      <w:tblPr/>
      <w:tcPr>
        <w:tcBorders>
          <w:top w:val="nil"/>
          <w:left w:val="nil"/>
          <w:bottom w:val="nil"/>
          <w:right w:val="nil"/>
          <w:insideH w:val="nil"/>
          <w:insideV w:val="nil"/>
        </w:tcBorders>
        <w:shd w:val="clear" w:color="auto" w:fill="FDE4D0" w:themeFill="accent6" w:themeFillTint="3F"/>
      </w:tcPr>
    </w:tblStylePr>
    <w:tblStylePr w:type="band1Horz">
      <w:tblPr/>
      <w:tcPr>
        <w:shd w:val="clear" w:color="auto" w:fill="FDE9D9" w:themeFill="accent6" w:themeFillTint="33"/>
      </w:tcPr>
    </w:tblStylePr>
  </w:style>
  <w:style w:type="table" w:styleId="ColorfulGrid">
    <w:name w:val="Colorful Grid"/>
    <w:basedOn w:val="TableNormal"/>
    <w:uiPriority w:val="73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insideH w:val="single" w:sz="4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CCCCCC" w:themeFill="text1" w:themeFillTint="33"/>
    </w:tcPr>
    <w:tblStylePr w:type="firstRow">
      <w:rPr>
        <w:b/>
        <w:bCs/>
      </w:rPr>
      <w:tblPr/>
      <w:tcPr>
        <w:shd w:val="clear" w:color="auto" w:fill="999999" w:themeFill="text1" w:themeFillTint="66"/>
      </w:tcPr>
    </w:tblStylePr>
    <w:tblStylePr w:type="lastRow">
      <w:rPr>
        <w:b/>
        <w:bCs/>
        <w:color w:val="000000" w:themeColor="text1"/>
      </w:rPr>
      <w:tblPr/>
      <w:tcPr>
        <w:shd w:val="clear" w:color="auto" w:fill="999999" w:themeFill="text1" w:themeFillTint="66"/>
      </w:tcPr>
    </w:tblStylePr>
    <w:tblStylePr w:type="firstCol">
      <w:rPr>
        <w:color w:val="FFFFFF" w:themeColor="background1"/>
      </w:rPr>
      <w:tblPr/>
      <w:tcPr>
        <w:shd w:val="clear" w:color="auto" w:fill="000000" w:themeFill="text1" w:themeFillShade="BF"/>
      </w:tcPr>
    </w:tblStylePr>
    <w:tblStylePr w:type="lastCol">
      <w:rPr>
        <w:color w:val="FFFFFF" w:themeColor="background1"/>
      </w:rPr>
      <w:tblPr/>
      <w:tcPr>
        <w:shd w:val="clear" w:color="auto" w:fill="000000" w:themeFill="text1" w:themeFillShade="BF"/>
      </w:tcPr>
    </w:tblStylePr>
    <w:tblStylePr w:type="band1Vert">
      <w:tblPr/>
      <w:tcPr>
        <w:shd w:val="clear" w:color="auto" w:fill="808080" w:themeFill="text1" w:themeFillTint="7F"/>
      </w:tcPr>
    </w:tblStylePr>
    <w:tblStylePr w:type="band1Horz">
      <w:tblPr/>
      <w:tcPr>
        <w:shd w:val="clear" w:color="auto" w:fill="808080" w:themeFill="text1" w:themeFillTint="7F"/>
      </w:tcPr>
    </w:tblStylePr>
  </w:style>
  <w:style w:type="table" w:styleId="ColorfulGrid-Accent1">
    <w:name w:val="Colorful Grid Accent 1"/>
    <w:basedOn w:val="TableNormal"/>
    <w:uiPriority w:val="73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insideH w:val="single" w:sz="4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DBE5F1" w:themeFill="accent1" w:themeFillTint="33"/>
    </w:tcPr>
    <w:tblStylePr w:type="firstRow">
      <w:rPr>
        <w:b/>
        <w:bCs/>
      </w:rPr>
      <w:tblPr/>
      <w:tcPr>
        <w:shd w:val="clear" w:color="auto" w:fill="B8CCE4" w:themeFill="accent1" w:themeFillTint="66"/>
      </w:tcPr>
    </w:tblStylePr>
    <w:tblStylePr w:type="lastRow">
      <w:rPr>
        <w:b/>
        <w:bCs/>
        <w:color w:val="000000" w:themeColor="text1"/>
      </w:rPr>
      <w:tblPr/>
      <w:tcPr>
        <w:shd w:val="clear" w:color="auto" w:fill="B8CCE4" w:themeFill="accent1" w:themeFillTint="66"/>
      </w:tcPr>
    </w:tblStylePr>
    <w:tblStylePr w:type="firstCol">
      <w:rPr>
        <w:color w:val="FFFFFF" w:themeColor="background1"/>
      </w:rPr>
      <w:tblPr/>
      <w:tcPr>
        <w:shd w:val="clear" w:color="auto" w:fill="365F91" w:themeFill="accent1" w:themeFillShade="BF"/>
      </w:tcPr>
    </w:tblStylePr>
    <w:tblStylePr w:type="lastCol">
      <w:rPr>
        <w:color w:val="FFFFFF" w:themeColor="background1"/>
      </w:rPr>
      <w:tblPr/>
      <w:tcPr>
        <w:shd w:val="clear" w:color="auto" w:fill="365F91" w:themeFill="accent1" w:themeFillShade="BF"/>
      </w:tcPr>
    </w:tblStylePr>
    <w:tblStylePr w:type="band1Vert">
      <w:tblPr/>
      <w:tcPr>
        <w:shd w:val="clear" w:color="auto" w:fill="A7BFDE" w:themeFill="accent1" w:themeFillTint="7F"/>
      </w:tcPr>
    </w:tblStylePr>
    <w:tblStylePr w:type="band1Horz">
      <w:tblPr/>
      <w:tcPr>
        <w:shd w:val="clear" w:color="auto" w:fill="A7BFDE" w:themeFill="accent1" w:themeFillTint="7F"/>
      </w:tcPr>
    </w:tblStylePr>
  </w:style>
  <w:style w:type="table" w:styleId="ColorfulGrid-Accent2">
    <w:name w:val="Colorful Grid Accent 2"/>
    <w:basedOn w:val="TableNormal"/>
    <w:uiPriority w:val="73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insideH w:val="single" w:sz="4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F2DBDB" w:themeFill="accent2" w:themeFillTint="33"/>
    </w:tcPr>
    <w:tblStylePr w:type="firstRow">
      <w:rPr>
        <w:b/>
        <w:bCs/>
      </w:rPr>
      <w:tblPr/>
      <w:tcPr>
        <w:shd w:val="clear" w:color="auto" w:fill="E5B8B7" w:themeFill="accent2" w:themeFillTint="66"/>
      </w:tcPr>
    </w:tblStylePr>
    <w:tblStylePr w:type="lastRow">
      <w:rPr>
        <w:b/>
        <w:bCs/>
        <w:color w:val="000000" w:themeColor="text1"/>
      </w:rPr>
      <w:tblPr/>
      <w:tcPr>
        <w:shd w:val="clear" w:color="auto" w:fill="E5B8B7" w:themeFill="accent2" w:themeFillTint="66"/>
      </w:tcPr>
    </w:tblStylePr>
    <w:tblStylePr w:type="firstCol">
      <w:rPr>
        <w:color w:val="FFFFFF" w:themeColor="background1"/>
      </w:rPr>
      <w:tblPr/>
      <w:tcPr>
        <w:shd w:val="clear" w:color="auto" w:fill="943634" w:themeFill="accent2" w:themeFillShade="BF"/>
      </w:tcPr>
    </w:tblStylePr>
    <w:tblStylePr w:type="lastCol">
      <w:rPr>
        <w:color w:val="FFFFFF" w:themeColor="background1"/>
      </w:rPr>
      <w:tblPr/>
      <w:tcPr>
        <w:shd w:val="clear" w:color="auto" w:fill="943634" w:themeFill="accent2" w:themeFillShade="BF"/>
      </w:tcPr>
    </w:tblStylePr>
    <w:tblStylePr w:type="band1Vert">
      <w:tblPr/>
      <w:tcPr>
        <w:shd w:val="clear" w:color="auto" w:fill="DFA7A6" w:themeFill="accent2" w:themeFillTint="7F"/>
      </w:tcPr>
    </w:tblStylePr>
    <w:tblStylePr w:type="band1Horz">
      <w:tblPr/>
      <w:tcPr>
        <w:shd w:val="clear" w:color="auto" w:fill="DFA7A6" w:themeFill="accent2" w:themeFillTint="7F"/>
      </w:tcPr>
    </w:tblStylePr>
  </w:style>
  <w:style w:type="table" w:styleId="ColorfulGrid-Accent3">
    <w:name w:val="Colorful Grid Accent 3"/>
    <w:basedOn w:val="TableNormal"/>
    <w:uiPriority w:val="73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insideH w:val="single" w:sz="4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EAF1DD" w:themeFill="accent3" w:themeFillTint="33"/>
    </w:tcPr>
    <w:tblStylePr w:type="firstRow">
      <w:rPr>
        <w:b/>
        <w:bCs/>
      </w:rPr>
      <w:tblPr/>
      <w:tcPr>
        <w:shd w:val="clear" w:color="auto" w:fill="D6E3BC" w:themeFill="accent3" w:themeFillTint="66"/>
      </w:tcPr>
    </w:tblStylePr>
    <w:tblStylePr w:type="lastRow">
      <w:rPr>
        <w:b/>
        <w:bCs/>
        <w:color w:val="000000" w:themeColor="text1"/>
      </w:rPr>
      <w:tblPr/>
      <w:tcPr>
        <w:shd w:val="clear" w:color="auto" w:fill="D6E3BC" w:themeFill="accent3" w:themeFillTint="66"/>
      </w:tcPr>
    </w:tblStylePr>
    <w:tblStylePr w:type="firstCol">
      <w:rPr>
        <w:color w:val="FFFFFF" w:themeColor="background1"/>
      </w:rPr>
      <w:tblPr/>
      <w:tcPr>
        <w:shd w:val="clear" w:color="auto" w:fill="76923C" w:themeFill="accent3" w:themeFillShade="BF"/>
      </w:tcPr>
    </w:tblStylePr>
    <w:tblStylePr w:type="lastCol">
      <w:rPr>
        <w:color w:val="FFFFFF" w:themeColor="background1"/>
      </w:rPr>
      <w:tblPr/>
      <w:tcPr>
        <w:shd w:val="clear" w:color="auto" w:fill="76923C" w:themeFill="accent3" w:themeFillShade="BF"/>
      </w:tcPr>
    </w:tblStylePr>
    <w:tblStylePr w:type="band1Vert">
      <w:tblPr/>
      <w:tcPr>
        <w:shd w:val="clear" w:color="auto" w:fill="CDDDAC" w:themeFill="accent3" w:themeFillTint="7F"/>
      </w:tcPr>
    </w:tblStylePr>
    <w:tblStylePr w:type="band1Horz">
      <w:tblPr/>
      <w:tcPr>
        <w:shd w:val="clear" w:color="auto" w:fill="CDDDAC" w:themeFill="accent3" w:themeFillTint="7F"/>
      </w:tcPr>
    </w:tblStylePr>
  </w:style>
  <w:style w:type="table" w:styleId="ColorfulGrid-Accent4">
    <w:name w:val="Colorful Grid Accent 4"/>
    <w:basedOn w:val="TableNormal"/>
    <w:uiPriority w:val="73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insideH w:val="single" w:sz="4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E5DFEC" w:themeFill="accent4" w:themeFillTint="33"/>
    </w:tcPr>
    <w:tblStylePr w:type="firstRow">
      <w:rPr>
        <w:b/>
        <w:bCs/>
      </w:rPr>
      <w:tblPr/>
      <w:tcPr>
        <w:shd w:val="clear" w:color="auto" w:fill="CCC0D9" w:themeFill="accent4" w:themeFillTint="66"/>
      </w:tcPr>
    </w:tblStylePr>
    <w:tblStylePr w:type="lastRow">
      <w:rPr>
        <w:b/>
        <w:bCs/>
        <w:color w:val="000000" w:themeColor="text1"/>
      </w:rPr>
      <w:tblPr/>
      <w:tcPr>
        <w:shd w:val="clear" w:color="auto" w:fill="CCC0D9" w:themeFill="accent4" w:themeFillTint="66"/>
      </w:tcPr>
    </w:tblStylePr>
    <w:tblStylePr w:type="firstCol">
      <w:rPr>
        <w:color w:val="FFFFFF" w:themeColor="background1"/>
      </w:rPr>
      <w:tblPr/>
      <w:tcPr>
        <w:shd w:val="clear" w:color="auto" w:fill="5F497A" w:themeFill="accent4" w:themeFillShade="BF"/>
      </w:tcPr>
    </w:tblStylePr>
    <w:tblStylePr w:type="lastCol">
      <w:rPr>
        <w:color w:val="FFFFFF" w:themeColor="background1"/>
      </w:rPr>
      <w:tblPr/>
      <w:tcPr>
        <w:shd w:val="clear" w:color="auto" w:fill="5F497A" w:themeFill="accent4" w:themeFillShade="BF"/>
      </w:tcPr>
    </w:tblStylePr>
    <w:tblStylePr w:type="band1Vert">
      <w:tblPr/>
      <w:tcPr>
        <w:shd w:val="clear" w:color="auto" w:fill="BFB1D0" w:themeFill="accent4" w:themeFillTint="7F"/>
      </w:tcPr>
    </w:tblStylePr>
    <w:tblStylePr w:type="band1Horz">
      <w:tblPr/>
      <w:tcPr>
        <w:shd w:val="clear" w:color="auto" w:fill="BFB1D0" w:themeFill="accent4" w:themeFillTint="7F"/>
      </w:tcPr>
    </w:tblStylePr>
  </w:style>
  <w:style w:type="table" w:styleId="ColorfulGrid-Accent5">
    <w:name w:val="Colorful Grid Accent 5"/>
    <w:basedOn w:val="TableNormal"/>
    <w:uiPriority w:val="73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insideH w:val="single" w:sz="4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DAEEF3" w:themeFill="accent5" w:themeFillTint="33"/>
    </w:tcPr>
    <w:tblStylePr w:type="firstRow">
      <w:rPr>
        <w:b/>
        <w:bCs/>
      </w:rPr>
      <w:tblPr/>
      <w:tcPr>
        <w:shd w:val="clear" w:color="auto" w:fill="B6DDE8" w:themeFill="accent5" w:themeFillTint="66"/>
      </w:tcPr>
    </w:tblStylePr>
    <w:tblStylePr w:type="lastRow">
      <w:rPr>
        <w:b/>
        <w:bCs/>
        <w:color w:val="000000" w:themeColor="text1"/>
      </w:rPr>
      <w:tblPr/>
      <w:tcPr>
        <w:shd w:val="clear" w:color="auto" w:fill="B6DDE8" w:themeFill="accent5" w:themeFillTint="66"/>
      </w:tcPr>
    </w:tblStylePr>
    <w:tblStylePr w:type="firstCol">
      <w:rPr>
        <w:color w:val="FFFFFF" w:themeColor="background1"/>
      </w:rPr>
      <w:tblPr/>
      <w:tcPr>
        <w:shd w:val="clear" w:color="auto" w:fill="31849B" w:themeFill="accent5" w:themeFillShade="BF"/>
      </w:tcPr>
    </w:tblStylePr>
    <w:tblStylePr w:type="lastCol">
      <w:rPr>
        <w:color w:val="FFFFFF" w:themeColor="background1"/>
      </w:rPr>
      <w:tblPr/>
      <w:tcPr>
        <w:shd w:val="clear" w:color="auto" w:fill="31849B" w:themeFill="accent5" w:themeFillShade="BF"/>
      </w:tcPr>
    </w:tblStylePr>
    <w:tblStylePr w:type="band1Vert">
      <w:tblPr/>
      <w:tcPr>
        <w:shd w:val="clear" w:color="auto" w:fill="A5D5E2" w:themeFill="accent5" w:themeFillTint="7F"/>
      </w:tcPr>
    </w:tblStylePr>
    <w:tblStylePr w:type="band1Horz">
      <w:tblPr/>
      <w:tcPr>
        <w:shd w:val="clear" w:color="auto" w:fill="A5D5E2" w:themeFill="accent5" w:themeFillTint="7F"/>
      </w:tcPr>
    </w:tblStylePr>
  </w:style>
  <w:style w:type="table" w:styleId="ColorfulGrid-Accent6">
    <w:name w:val="Colorful Grid Accent 6"/>
    <w:basedOn w:val="TableNormal"/>
    <w:uiPriority w:val="73"/>
    <w:rsid w:val="00CB0664"/>
    <w:pPr>
      <w:spacing w:after="0" w:line="240" w:lineRule="auto"/>
    </w:pPr>
    <w:rPr>
      <w:color w:val="000000" w:themeColor="text1"/>
    </w:rPr>
    <w:tblPr>
      <w:tblStyleRowBandSize w:val="1"/>
      <w:tblStyleColBandSize w:val="1"/>
      <w:tblInd w:w="0" w:type="dxa"/>
      <w:tblBorders>
        <w:insideH w:val="single" w:sz="4" w:space="0" w:color="FFFFFF" w:themeColor="background1"/>
      </w:tblBorders>
      <w:tblCellMar>
        <w:top w:w="0" w:type="dxa"/>
        <w:left w:w="108" w:type="dxa"/>
        <w:bottom w:w="0" w:type="dxa"/>
        <w:right w:w="108" w:type="dxa"/>
      </w:tblCellMar>
    </w:tblPr>
    <w:tcPr>
      <w:shd w:val="clear" w:color="auto" w:fill="FDE9D9" w:themeFill="accent6" w:themeFillTint="33"/>
    </w:tcPr>
    <w:tblStylePr w:type="firstRow">
      <w:rPr>
        <w:b/>
        <w:bCs/>
      </w:rPr>
      <w:tblPr/>
      <w:tcPr>
        <w:shd w:val="clear" w:color="auto" w:fill="FBD4B4" w:themeFill="accent6" w:themeFillTint="66"/>
      </w:tcPr>
    </w:tblStylePr>
    <w:tblStylePr w:type="lastRow">
      <w:rPr>
        <w:b/>
        <w:bCs/>
        <w:color w:val="000000" w:themeColor="text1"/>
      </w:rPr>
      <w:tblPr/>
      <w:tcPr>
        <w:shd w:val="clear" w:color="auto" w:fill="FBD4B4" w:themeFill="accent6" w:themeFillTint="66"/>
      </w:tcPr>
    </w:tblStylePr>
    <w:tblStylePr w:type="firstCol">
      <w:rPr>
        <w:color w:val="FFFFFF" w:themeColor="background1"/>
      </w:rPr>
      <w:tblPr/>
      <w:tcPr>
        <w:shd w:val="clear" w:color="auto" w:fill="E36C0A" w:themeFill="accent6" w:themeFillShade="BF"/>
      </w:tcPr>
    </w:tblStylePr>
    <w:tblStylePr w:type="lastCol">
      <w:rPr>
        <w:color w:val="FFFFFF" w:themeColor="background1"/>
      </w:rPr>
      <w:tblPr/>
      <w:tcPr>
        <w:shd w:val="clear" w:color="auto" w:fill="E36C0A" w:themeFill="accent6" w:themeFillShade="BF"/>
      </w:tcPr>
    </w:tblStylePr>
    <w:tblStylePr w:type="band1Vert">
      <w:tblPr/>
      <w:tcPr>
        <w:shd w:val="clear" w:color="auto" w:fill="FBCAA2" w:themeFill="accent6" w:themeFillTint="7F"/>
      </w:tcPr>
    </w:tblStylePr>
    <w:tblStylePr w:type="band1Horz">
      <w:tblPr/>
      <w:tcPr>
        <w:shd w:val="clear" w:color="auto" w:fill="FBCAA2" w:themeFill="accent6" w:themeFillTint="7F"/>
      </w:tcPr>
    </w:tblStylePr>
  </w:style>
</w:styles>
</file>

<file path=word/webSettings.xml><?xml version="1.0" encoding="utf-8"?>
<w:webSettings xmlns:mc="http://schemas.openxmlformats.org/markup-compatibility/2006" xmlns:r="http://schemas.openxmlformats.org/officeDocument/2006/relationships" xmlns:w="http://schemas.openxmlformats.org/wordprocessingml/2006/main" xmlns:w14="http://schemas.microsoft.com/office/word/2010/wordml" mc:Ignorable="w14">
  <w:allowPNG/>
  <w:doNotSaveAsSingleFile/>
</w:webSettings>
</file>

<file path=word/_rels/document.xml.rels><?xml version="1.0" encoding="utf-8"?>
<Relationships xmlns="http://schemas.openxmlformats.org/package/2006/relationships">
  
  
  <Relationship Id="rId3" Type="http://schemas.openxmlformats.org/officeDocument/2006/relationships/styles" Target="styles.xml"/>
  
  
  <Relationship Id="rId4" Type="http://schemas.microsoft.com/office/2007/relationships/stylesWithEffects" Target="stylesWithEffects.xml"/>
  
  
  <Relationship Id="rId5" Type="http://schemas.openxmlformats.org/officeDocument/2006/relationships/settings" Target="settings.xml"/>
  
  
  <Relationship Id="rId6" Type="http://schemas.openxmlformats.org/officeDocument/2006/relationships/webSettings" Target="webSettings.xml"/>
  
  
  <Relationship Id="rId7" Type="http://schemas.openxmlformats.org/officeDocument/2006/relationships/fontTable" Target="fontTable.xml"/>
  
  
  <Relationship Id="rId8" Type="http://schemas.openxmlformats.org/officeDocument/2006/relationships/theme" Target="theme/theme1.xml"/>
  
  
  <Relationship Id="rId1" Type="http://schemas.openxmlformats.org/officeDocument/2006/relationships/customXml" Target="../customXml/item1.xml"/>
  
  
  <Relationship Id="rId2" Type="http://schemas.openxmlformats.org/officeDocument/2006/relationships/numbering" Target="numbering.xml"/>
  

  <Relationship Id="rId9" Type="http://schemas.openxmlformats.org/officeDocument/2006/relationships/comments" Target="comments.xml"/>
  <Relationship Id="rId10" Type="http://schemas.microsoft.com/office/2011/relationships/commentsExtended" Target="commentsExtended.xml"/>
  <Relationship Id="rId11" Type="http://schemas.microsoft.com/office/2016/09/relationships/commentsIds" Target="commentsIds.xml"/>
  <Relationship Id="rId12" Type="http://schemas.microsoft.com/office/2018/08/relationships/commentsExtensible" Target="commentsExtensible.xml"/>
</Relationships>

</file>

<file path=word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明朝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?>
<Relationships xmlns="http://schemas.openxmlformats.org/package/2006/relationships">
  
  
  <Relationship Id="rId1" Type="http://schemas.openxmlformats.org/officeDocument/2006/relationships/customXmlProps" Target="itemProps1.xml"/>
  

</Relationships>

</file>

<file path=customXml/item1.xml><?xml version="1.0" encoding="utf-8"?>
<b:Sources xmlns:b="http://schemas.openxmlformats.org/officeDocument/2006/bibliography" xmlns="http://schemas.openxmlformats.org/officeDocument/2006/bibliography" SelectedStyle="/APA.XSL" StyleName="APA"/>
</file>

<file path=customXml/itemProps1.xml><?xml version="1.0" encoding="utf-8"?>
<ds:datastoreItem xmlns:ds="http://schemas.openxmlformats.org/officeDocument/2006/customXml" ds:itemID="{EF278816-EC6F-A645-907D-7F25AECB1D4A}">
  <ds:schemaRefs>
    <ds:schemaRef ds:uri="http://schemas.openxmlformats.org/officeDocument/2006/bibliography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

<file path=ppt/_rels/presentation.xml.rels><?xml version="1.0" encoding="utf-8"?>
<Relationships xmlns="http://schemas.openxmlformats.org/package/2006/relationships">
  <Relationship Id="rId1" Type="http://schemas.openxmlformats.org/officeDocument/2006/relationships/slideMaster" Target="slideMasters/slideMaster1.xml"/>
  <Relationship Id="rId2" Type="http://schemas.openxmlformats.org/officeDocument/2006/relationships/printerSettings" Target="printerSettings/printerSettings1.bin"/>
  <Relationship Id="rId3" Type="http://schemas.openxmlformats.org/officeDocument/2006/relationships/presProps" Target="presProps.xml"/>
  <Relationship Id="rId4" Type="http://schemas.openxmlformats.org/officeDocument/2006/relationships/viewProps" Target="viewProps.xml"/>
  <Relationship Id="rId5" Type="http://schemas.openxmlformats.org/officeDocument/2006/relationships/theme" Target="theme/theme1.xml"/>
  <Relationship Id="rId6" Type="http://schemas.openxmlformats.org/officeDocument/2006/relationships/tableStyles" Target="tableStyles.xml"/>
  <Relationship Id="rId7" Type="http://schemas.openxmlformats.org/officeDocument/2006/relationships/slide" Target="slides/slide1.xml"/>
  <Relationship Id="rId8" Type="http://schemas.openxmlformats.org/officeDocument/2006/relationships/slide" Target="slides/slide2.xml"/>
  <Relationship Id="rId9" Type="http://schemas.openxmlformats.org/officeDocument/2006/relationships/slide" Target="slides/slide3.xml"/>
  <Relationship Id="rId10" Type="http://schemas.openxmlformats.org/officeDocument/2006/relationships/slide" Target="slides/slide4.xml"/>
  <Relationship Id="rId11" Type="http://schemas.openxmlformats.org/officeDocument/2006/relationships/slide" Target="slides/slide5.xml"/>
  <Relationship Id="rId12" Type="http://schemas.openxmlformats.org/officeDocument/2006/relationships/slide" Target="slides/slide6.xml"/>
  <Relationship Id="rId13" Type="http://schemas.openxmlformats.org/officeDocument/2006/relationships/slide" Target="slides/slide7.xml"/>
  <Relationship Id="rId14" Type="http://schemas.openxmlformats.org/officeDocument/2006/relationships/slide" Target="slides/slide8.xml"/>
  <Relationship Id="rId15" Type="http://schemas.openxmlformats.org/officeDocument/2006/relationships/slide" Target="slides/slide9.xml"/>
  <Relationship Id="rId16" Type="http://schemas.openxmlformats.org/officeDocument/2006/relationships/slide" Target="slides/slide10.xml"/>
  <Relationship Id="rId17" Type="http://schemas.openxmlformats.org/officeDocument/2006/relationships/slide" Target="slides/slide11.xml"/>
  <Relationship Id="rId18" Type="http://schemas.openxmlformats.org/officeDocument/2006/relationships/slide" Target="slides/slide12.xml"/>
</Relationships>
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62" r:id="rId13"/>
    <p:sldId id="257" r:id="rId8"/>
    <p:sldId id="258" r:id="rId9"/>
    <p:sldId id="259" r:id="rId10"/>
    <p:sldId id="260" r:id="rId11"/>
    <p:sldId id="261" r:id="rId12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slideLayouts/_rels/slideLayout1.xml.rels><?xml version="1.0" encoding="utf-8"?>
<Relationships xmlns="http://schemas.openxmlformats.org/package/2006/relationships">
  <Relationship Id="rId1" Type="http://schemas.openxmlformats.org/officeDocument/2006/relationships/slideMaster" Target="../slideMasters/slideMaster1.xml"/>
</Relationships>

</file>

<file path=ppt/slideLayouts/_rels/slideLayout2.xml.rels><?xml version="1.0" encoding="utf-8"?>
<Relationships xmlns="http://schemas.openxmlformats.org/package/2006/relationships">
  <Relationship Id="rId1" Type="http://schemas.openxmlformats.org/officeDocument/2006/relationships/slideMaster" Target="../slideMasters/slideMaster1.xml"/>
</Relationships>

</file>

<file path=ppt/slideLayouts/_rels/slideLayout3.xml.rels><?xml version="1.0" encoding="utf-8"?>
<Relationships xmlns="http://schemas.openxmlformats.org/package/2006/relationships">
  <Relationship Id="rId1" Type="http://schemas.openxmlformats.org/officeDocument/2006/relationships/slideMaster" Target="../slideMasters/slideMaster1.xml"/>
</Relationships>

</file>

<file path=ppt/slideLayouts/_rels/slideLayout4.xml.rels><?xml version="1.0" encoding="utf-8"?>
<Relationships xmlns="http://schemas.openxmlformats.org/package/2006/relationships">
  <Relationship Id="rId1" Type="http://schemas.openxmlformats.org/officeDocument/2006/relationships/slideMaster" Target="../slideMasters/slideMaster1.xml"/>
</Relationships>

</file>

<file path=ppt/slideLayouts/_rels/slideLayout5.xml.rels><?xml version="1.0" encoding="utf-8"?>
<Relationships xmlns="http://schemas.openxmlformats.org/package/2006/relationships">
  <Relationship Id="rId1" Type="http://schemas.openxmlformats.org/officeDocument/2006/relationships/slideMaster" Target="../slideMasters/slideMaster1.xml"/>
</Relationships>

</file>

<file path=ppt/slideLayouts/_rels/slideLayout6.xml.rels><?xml version="1.0" encoding="utf-8"?>
<Relationships xmlns="http://schemas.openxmlformats.org/package/2006/relationships">
  <Relationship Id="rId1" Type="http://schemas.openxmlformats.org/officeDocument/2006/relationships/slideMaster" Target="../slideMasters/slideMaster1.xml"/>
</Relationships>

</file>

<file path=ppt/slideLayouts/_rels/slideLayout7.xml.rels><?xml version="1.0" encoding="utf-8"?>
<Relationships xmlns="http://schemas.openxmlformats.org/package/2006/relationships">
  <Relationship Id="rId1" Type="http://schemas.openxmlformats.org/officeDocument/2006/relationships/slideMaster" Target="../slideMasters/slideMaster1.xml"/>
</Relationships>

</file>

<file path=ppt/slideLayouts/_rels/slideLayout8.xml.rels><?xml version="1.0" encoding="utf-8"?>
<Relationships xmlns="http://schemas.openxmlformats.org/package/2006/relationships">
  <Relationship Id="rId1" Type="http://schemas.openxmlformats.org/officeDocument/2006/relationships/slideMaster" Target="../slideMasters/slideMaster1.xml"/>
</Relationships>

</file>

<file path=ppt/slideLayouts/_rels/slideLayout9.xml.rels><?xml version="1.0" encoding="utf-8"?>
<Relationships xmlns="http://schemas.openxmlformats.org/package/2006/relationships">
  <Relationship Id="rId1" Type="http://schemas.openxmlformats.org/officeDocument/2006/relationships/slideMaster" Target="../slideMasters/slideMaster1.xml"/>
</Relationships>

</file>

<file path=ppt/slideLayouts/_rels/slideLayout10.xml.rels><?xml version="1.0" encoding="utf-8"?>
<Relationships xmlns="http://schemas.openxmlformats.org/package/2006/relationships">
  <Relationship Id="rId1" Type="http://schemas.openxmlformats.org/officeDocument/2006/relationships/slideMaster" Target="../slideMasters/slideMaster1.xml"/>
</Relationships>

</file>

<file path=ppt/slideLayouts/_rels/slideLayout11.xml.rels><?xml version="1.0" encoding="utf-8"?>
<Relationships xmlns="http://schemas.openxmlformats.org/package/2006/relationships">
  <Relationship Id="rId1" Type="http://schemas.openxmlformats.org/officeDocument/2006/relationships/slideMaster" Target="../slideMasters/slideMaster1.xml"/>
</Relationships>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slideLayout" Target="../slideLayouts/slideLayout2.xml"/>
  <Relationship Id="rId3" Type="http://schemas.openxmlformats.org/officeDocument/2006/relationships/slideLayout" Target="../slideLayouts/slideLayout3.xml"/>
  <Relationship Id="rId4" Type="http://schemas.openxmlformats.org/officeDocument/2006/relationships/slideLayout" Target="../slideLayouts/slideLayout4.xml"/>
  <Relationship Id="rId5" Type="http://schemas.openxmlformats.org/officeDocument/2006/relationships/slideLayout" Target="../slideLayouts/slideLayout5.xml"/>
  <Relationship Id="rId6" Type="http://schemas.openxmlformats.org/officeDocument/2006/relationships/slideLayout" Target="../slideLayouts/slideLayout6.xml"/>
  <Relationship Id="rId7" Type="http://schemas.openxmlformats.org/officeDocument/2006/relationships/slideLayout" Target="../slideLayouts/slideLayout7.xml"/>
  <Relationship Id="rId8" Type="http://schemas.openxmlformats.org/officeDocument/2006/relationships/slideLayout" Target="../slideLayouts/slideLayout8.xml"/>
  <Relationship Id="rId9" Type="http://schemas.openxmlformats.org/officeDocument/2006/relationships/slideLayout" Target="../slideLayouts/slideLayout9.xml"/>
  <Relationship Id="rId10" Type="http://schemas.openxmlformats.org/officeDocument/2006/relationships/slideLayout" Target="../slideLayouts/slideLayout10.xml"/>
  <Relationship Id="rId11" Type="http://schemas.openxmlformats.org/officeDocument/2006/relationships/slideLayout" Target="../slideLayouts/slideLayout11.xml"/>
  <Relationship Id="rId12" Type="http://schemas.openxmlformats.org/officeDocument/2006/relationships/theme" Target="../theme/theme1.xml"/>
</Relationships>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6.xml"/>
</Relationships>

</file>

<file path=ppt/slides/_rels/slide2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6.xml"/>
</Relationships>

</file>

<file path=ppt/slides/_rels/slide3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6.xml"/>
</Relationships>

</file>

<file path=ppt/slides/_rels/slide4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6.xml"/>
</Relationships>

</file>

<file path=ppt/slides/_rels/slide5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6.xml"/>
</Relationships>

</file>

<file path=ppt/slides/_rels/slide6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6.xml"/>
</Relationships>

</file>

<file path=ppt/slides/_rels/slide7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6.xml"/>
</Relationships>

</file>

<file path=ppt/slides/_rels/slide8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6.xml"/>
</Relationships>

</file>

<file path=ppt/slides/_rels/slide9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6.xml"/>
</Relationships>

</file>

<file path=ppt/slides/_rels/slide10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6.xml"/>
</Relationships>

</file>

<file path=ppt/slides/_rels/slide11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6.xml"/>
</Relationships>

</file>

<file path=ppt/slides/_rels/slide12.xml.rels><?xml version="1.0" encoding="utf-8"?>
<Relationships xmlns="http://schemas.openxmlformats.org/package/2006/relationships">
  <Relationship Id="rId1" Type="http://schemas.openxmlformats.org/officeDocument/2006/relationships/slideLayout" Target="../slideLayouts/slideLayout6.xml"/>
</Relationships>
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latin typeface="Arial"/>
              </a:defRPr>
            </a:pPr>
            <a: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1: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Confidential — 1 of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latin typeface="Arial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2: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Confidential — 3 of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latin typeface="Arial"/>
              </a:defRPr>
            </a:pPr>
            <a: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3: 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Confidential — 4 of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latin typeface="Arial"/>
              </a:defRPr>
            </a:pPr>
            <a:r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4: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Confidential — 5 of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latin typeface="Arial"/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5: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Confidential — 6 of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latin typeface="Arial"/>
              </a:defRPr>
            </a:pPr>
            <a: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6: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Confidential — 7 of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latin typeface="Arial"/>
              </a:defRPr>
            </a:pPr>
            <a:r>
              <a:t>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7: Key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Confidential — 2 of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latin typeface="Arial"/>
              </a:defRPr>
            </a:pPr>
            <a: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8: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Confidential — 8 of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latin typeface="Arial"/>
              </a:defRPr>
            </a:pPr>
            <a: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9: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Confidential — 9 of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latin typeface="Arial"/>
              </a:defRPr>
            </a:pPr>
            <a: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10: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Confidential — 10 of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latin typeface="Arial"/>
              </a:defRPr>
            </a:pPr>
            <a: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11: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Confidential — 11 of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latin typeface="Arial"/>
              </a:defRPr>
            </a:pPr>
            <a:r>
              <a:t>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12: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Confidential — 12 of 12</a:t>
            </a:r>
          </a:p>
        </p:txBody>
      </p:sp>
    </p:spTree>
  </p:cSld>
  <p:clrMapOvr>
    <a:masterClrMapping/>
  </p:clrMapOvr>
</p:sld>
</file>

<file path=ppt/tableStyles.xml><?xml version="1.0" encoding="utf-8"?>
<a:tblStyleLst xmlns:a="http://schemas.openxmlformats.org/drawingml/2006/main" def="{5C22544A-7EE6-4342-B048-85BDC9FD1C3A}"/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