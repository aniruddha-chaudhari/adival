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2" r:id="rId13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1: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2: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3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3: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4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4: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5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5: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6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6: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7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7: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2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8: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9: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10: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11: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latin typeface="Arial"/>
              </a:defRPr>
            </a:pPr>
            <a:r>
              <a:rPr b="1" sz="3600">
                <a:latin typeface="Arial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Content for slide 12: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2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latin typeface="Arial"/>
              </a:rPr>
              <a:t>Confidential —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