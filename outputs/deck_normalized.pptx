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62" r:id="rId13"/>
    <p:sldId id="257" r:id="rId8"/>
    <p:sldId id="258" r:id="rId9"/>
    <p:sldId id="259" r:id="rId10"/>
    <p:sldId id="260" r:id="rId11"/>
    <p:sldId id="261" r:id="rId12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latin typeface="Arial"/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latin typeface="Arial"/>
              </a:defRPr>
            </a:pPr>
            <a: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Content for slide 1: 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Confidential — 1 of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6477000"/>
            <a:ext cx="9144000" cy="381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latin typeface="Arial"/>
              </a:rPr>
              <a:t>Confidential — 1 of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latin typeface="Arial"/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Times New Roman"/>
              </a:defRPr>
            </a:pPr>
            <a: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Content for slide 2: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6477000"/>
            <a:ext cx="9144000" cy="381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latin typeface="Arial"/>
              </a:rPr>
              <a:t>Confidential — 3 of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latin typeface="Arial"/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latin typeface="Calibri"/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Content for slide 3: 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6477000"/>
            <a:ext cx="9144000" cy="381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latin typeface="Arial"/>
              </a:rPr>
              <a:t>Confidential — 4 of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latin typeface="Arial"/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latin typeface="Arial"/>
              </a:defRPr>
            </a:pPr>
            <a:r>
              <a:t>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Content for slide 4: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6477000"/>
            <a:ext cx="9144000" cy="381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latin typeface="Arial"/>
              </a:rPr>
              <a:t>Confidential — 5 of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latin typeface="Arial"/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latin typeface="Times New Roman"/>
              </a:defRPr>
            </a:pPr>
            <a: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Content for slide 5: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Confidential — 5 of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6477000"/>
            <a:ext cx="9144000" cy="381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latin typeface="Arial"/>
              </a:rPr>
              <a:t>Confidential — 6 of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latin typeface="Arial"/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latin typeface="Arial"/>
              </a:defRPr>
            </a:pPr>
            <a:r>
              <a:t>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Content for slide 6: 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Confidential — 6 of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6477000"/>
            <a:ext cx="9144000" cy="381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latin typeface="Arial"/>
              </a:rPr>
              <a:t>Confidential — 7 of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latin typeface="Arial"/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latin typeface="Calibri"/>
              </a:defRPr>
            </a:pPr>
            <a:r>
              <a:t>Key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Content for slide 7: Key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Confidential — 7 of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6477000"/>
            <a:ext cx="9144000" cy="381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latin typeface="Arial"/>
              </a:rPr>
              <a:t>Confidential — 2 of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latin typeface="Arial"/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latin typeface="Arial"/>
              </a:defRPr>
            </a:pPr>
            <a:r>
              <a:t>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Content for slide 8: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6477000"/>
            <a:ext cx="9144000" cy="381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latin typeface="Arial"/>
              </a:rPr>
              <a:t>Confidential — 8 of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latin typeface="Arial"/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latin typeface="Times New Roman"/>
              </a:defRPr>
            </a:pPr>
            <a: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Content for slide 9: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6477000"/>
            <a:ext cx="9144000" cy="381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latin typeface="Arial"/>
              </a:rPr>
              <a:t>Confidential — 9 of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latin typeface="Arial"/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latin typeface="Arial"/>
              </a:defRPr>
            </a:pPr>
            <a:r>
              <a:t>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Content for slide 10: Metrics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6477000"/>
            <a:ext cx="9144000" cy="381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latin typeface="Arial"/>
              </a:rPr>
              <a:t>Confidential — 10 of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latin typeface="Arial"/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Calibri"/>
              </a:defRPr>
            </a:pPr>
            <a: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Content for slide 11: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6477000"/>
            <a:ext cx="9144000" cy="381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latin typeface="Arial"/>
              </a:rPr>
              <a:t>Confidential — 11 of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latin typeface="Arial"/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latin typeface="Arial"/>
              </a:defRPr>
            </a:pPr>
            <a:r>
              <a:t>Q&amp;A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Content for slide 12: Q&amp;A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Confidential — 12 of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6477000"/>
            <a:ext cx="9144000" cy="381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latin typeface="Arial"/>
              </a:rPr>
              <a:t>Confidential — 12 of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