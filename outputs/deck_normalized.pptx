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2" r:id="rId13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1: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1 of 12</a:t>
            </a:r>
          </a:p>
        </p:txBody>
      </p:sp>
      <p:sp>
        <p:nvSpPr>
          <p:cNvPr id="6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Times New Roman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2: Overview</a:t>
            </a:r>
          </a:p>
        </p:txBody>
      </p:sp>
      <p:sp>
        <p:nvSpPr>
          <p:cNvPr id="5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3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3: Problem Statement</a:t>
            </a:r>
          </a:p>
        </p:txBody>
      </p:sp>
      <p:sp>
        <p:nvSpPr>
          <p:cNvPr id="5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4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4: Solution</a:t>
            </a:r>
          </a:p>
        </p:txBody>
      </p:sp>
      <p:sp>
        <p:nvSpPr>
          <p:cNvPr id="5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5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latin typeface="Times New Roman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5: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5 of 12</a:t>
            </a:r>
          </a:p>
        </p:txBody>
      </p:sp>
      <p:sp>
        <p:nvSpPr>
          <p:cNvPr id="6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6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latin typeface="Arial"/>
              </a:defRPr>
            </a:pPr>
            <a: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6: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6 of 12</a:t>
            </a:r>
          </a:p>
        </p:txBody>
      </p:sp>
      <p:sp>
        <p:nvSpPr>
          <p:cNvPr id="6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7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7: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7 of 12</a:t>
            </a:r>
          </a:p>
        </p:txBody>
      </p:sp>
      <p:sp>
        <p:nvSpPr>
          <p:cNvPr id="6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2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Arial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8: Demo</a:t>
            </a:r>
          </a:p>
        </p:txBody>
      </p:sp>
      <p:sp>
        <p:nvSpPr>
          <p:cNvPr id="5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latin typeface="Times New Roman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9: Results</a:t>
            </a:r>
          </a:p>
        </p:txBody>
      </p:sp>
      <p:sp>
        <p:nvSpPr>
          <p:cNvPr id="5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10: Metrics</a:t>
            </a:r>
          </a:p>
        </p:txBody>
      </p:sp>
      <p:sp>
        <p:nvSpPr>
          <p:cNvPr id="5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11: Next Steps</a:t>
            </a:r>
          </a:p>
        </p:txBody>
      </p:sp>
      <p:sp>
        <p:nvSpPr>
          <p:cNvPr id="5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b="1" sz="3600"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latin typeface="Arial"/>
              </a:defRPr>
            </a:pPr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12: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Confidential — 12 of 12</a:t>
            </a:r>
          </a:p>
        </p:txBody>
      </p:sp>
      <p:sp>
        <p:nvSpPr>
          <p:cNvPr id="6" name="AutoFooterConfidential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05050"/>
                </a:solidFill>
                <a:latin typeface="Arial"/>
              </a:rPr>
              <a:t>Confidential —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