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1: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Times New Roman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2: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3: Problem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4: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Times New Roman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5: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latin typeface="Arial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6: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7: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Arial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8: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latin typeface="Times New Roman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9: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10: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11: Next Steps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latin typeface="Arial"/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12: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