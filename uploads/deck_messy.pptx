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latin typeface="Arial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Arial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